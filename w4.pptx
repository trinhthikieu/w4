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039D30-3728-47EF-AAF5-B7572B3CB22E}" v="80" dt="2026-10-11T15:07:40.0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9886" autoAdjust="0"/>
  </p:normalViewPr>
  <p:slideViewPr>
    <p:cSldViewPr snapToGrid="0">
      <p:cViewPr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ều Trịnh" userId="b5e8dd2f7e2de3fe" providerId="LiveId" clId="{093AEDAC-1BDE-401D-83A2-FC1A90DFFFD4}"/>
    <pc:docChg chg="undo custSel addSld delSld modSld sldOrd">
      <pc:chgData name="Kiều Trịnh" userId="b5e8dd2f7e2de3fe" providerId="LiveId" clId="{093AEDAC-1BDE-401D-83A2-FC1A90DFFFD4}" dt="2026-10-11T15:07:40.050" v="2035" actId="164"/>
      <pc:docMkLst>
        <pc:docMk/>
      </pc:docMkLst>
      <pc:sldChg chg="addSp delSp modSp mod">
        <pc:chgData name="Kiều Trịnh" userId="b5e8dd2f7e2de3fe" providerId="LiveId" clId="{093AEDAC-1BDE-401D-83A2-FC1A90DFFFD4}" dt="2026-10-09T11:22:44.310" v="824" actId="1076"/>
        <pc:sldMkLst>
          <pc:docMk/>
          <pc:sldMk cId="2783620135" sldId="257"/>
        </pc:sldMkLst>
        <pc:spChg chg="mod">
          <ac:chgData name="Kiều Trịnh" userId="b5e8dd2f7e2de3fe" providerId="LiveId" clId="{093AEDAC-1BDE-401D-83A2-FC1A90DFFFD4}" dt="2026-10-09T05:18:36.357" v="41" actId="164"/>
          <ac:spMkLst>
            <pc:docMk/>
            <pc:sldMk cId="2783620135" sldId="257"/>
            <ac:spMk id="2" creationId="{407E18B3-DEE9-7DE1-B9BE-8D63C40CBB4C}"/>
          </ac:spMkLst>
        </pc:spChg>
        <pc:spChg chg="mod">
          <ac:chgData name="Kiều Trịnh" userId="b5e8dd2f7e2de3fe" providerId="LiveId" clId="{093AEDAC-1BDE-401D-83A2-FC1A90DFFFD4}" dt="2026-10-09T05:18:36.357" v="41" actId="164"/>
          <ac:spMkLst>
            <pc:docMk/>
            <pc:sldMk cId="2783620135" sldId="257"/>
            <ac:spMk id="4" creationId="{DD43155C-0118-5F52-0836-60B892DB8544}"/>
          </ac:spMkLst>
        </pc:spChg>
        <pc:spChg chg="mod">
          <ac:chgData name="Kiều Trịnh" userId="b5e8dd2f7e2de3fe" providerId="LiveId" clId="{093AEDAC-1BDE-401D-83A2-FC1A90DFFFD4}" dt="2026-10-09T05:18:36.357" v="41" actId="164"/>
          <ac:spMkLst>
            <pc:docMk/>
            <pc:sldMk cId="2783620135" sldId="257"/>
            <ac:spMk id="6" creationId="{E22A18C1-452A-0F3B-BE84-B7F6A62C5834}"/>
          </ac:spMkLst>
        </pc:spChg>
        <pc:spChg chg="mod">
          <ac:chgData name="Kiều Trịnh" userId="b5e8dd2f7e2de3fe" providerId="LiveId" clId="{093AEDAC-1BDE-401D-83A2-FC1A90DFFFD4}" dt="2026-10-09T11:19:18.410" v="817" actId="1076"/>
          <ac:spMkLst>
            <pc:docMk/>
            <pc:sldMk cId="2783620135" sldId="257"/>
            <ac:spMk id="12" creationId="{0947BCE3-833A-3DF1-C246-35A157AC981B}"/>
          </ac:spMkLst>
        </pc:spChg>
        <pc:spChg chg="mod">
          <ac:chgData name="Kiều Trịnh" userId="b5e8dd2f7e2de3fe" providerId="LiveId" clId="{093AEDAC-1BDE-401D-83A2-FC1A90DFFFD4}" dt="2026-10-09T11:19:20.360" v="818" actId="1076"/>
          <ac:spMkLst>
            <pc:docMk/>
            <pc:sldMk cId="2783620135" sldId="257"/>
            <ac:spMk id="14" creationId="{5FF6DC7D-DD20-DB2F-BD76-05B78C040C14}"/>
          </ac:spMkLst>
        </pc:spChg>
        <pc:spChg chg="mod">
          <ac:chgData name="Kiều Trịnh" userId="b5e8dd2f7e2de3fe" providerId="LiveId" clId="{093AEDAC-1BDE-401D-83A2-FC1A90DFFFD4}" dt="2026-10-09T11:19:24.708" v="820" actId="14100"/>
          <ac:spMkLst>
            <pc:docMk/>
            <pc:sldMk cId="2783620135" sldId="257"/>
            <ac:spMk id="16" creationId="{FFCF9F2B-4498-5CF2-6FB8-4093C5013ECA}"/>
          </ac:spMkLst>
        </pc:spChg>
        <pc:spChg chg="mod">
          <ac:chgData name="Kiều Trịnh" userId="b5e8dd2f7e2de3fe" providerId="LiveId" clId="{093AEDAC-1BDE-401D-83A2-FC1A90DFFFD4}" dt="2026-10-09T11:20:02.411" v="823" actId="1076"/>
          <ac:spMkLst>
            <pc:docMk/>
            <pc:sldMk cId="2783620135" sldId="257"/>
            <ac:spMk id="22" creationId="{87A50BBE-4A6A-0D56-4C4B-5453670614C7}"/>
          </ac:spMkLst>
        </pc:spChg>
        <pc:spChg chg="mod">
          <ac:chgData name="Kiều Trịnh" userId="b5e8dd2f7e2de3fe" providerId="LiveId" clId="{093AEDAC-1BDE-401D-83A2-FC1A90DFFFD4}" dt="2026-10-09T05:09:58.272" v="5" actId="13822"/>
          <ac:spMkLst>
            <pc:docMk/>
            <pc:sldMk cId="2783620135" sldId="257"/>
            <ac:spMk id="27" creationId="{CF5E58C1-BB5D-BEC7-2003-E8F749AB1FF8}"/>
          </ac:spMkLst>
        </pc:spChg>
        <pc:spChg chg="mod">
          <ac:chgData name="Kiều Trịnh" userId="b5e8dd2f7e2de3fe" providerId="LiveId" clId="{093AEDAC-1BDE-401D-83A2-FC1A90DFFFD4}" dt="2026-10-09T05:09:58.272" v="5" actId="13822"/>
          <ac:spMkLst>
            <pc:docMk/>
            <pc:sldMk cId="2783620135" sldId="257"/>
            <ac:spMk id="29" creationId="{ECABE127-9B6E-2E42-41DD-6C63101C44D4}"/>
          </ac:spMkLst>
        </pc:spChg>
        <pc:spChg chg="mod">
          <ac:chgData name="Kiều Trịnh" userId="b5e8dd2f7e2de3fe" providerId="LiveId" clId="{093AEDAC-1BDE-401D-83A2-FC1A90DFFFD4}" dt="2026-10-09T05:09:58.272" v="5" actId="13822"/>
          <ac:spMkLst>
            <pc:docMk/>
            <pc:sldMk cId="2783620135" sldId="257"/>
            <ac:spMk id="31" creationId="{70C59969-077B-D20C-5669-078F50F3B573}"/>
          </ac:spMkLst>
        </pc:spChg>
        <pc:spChg chg="mod">
          <ac:chgData name="Kiều Trịnh" userId="b5e8dd2f7e2de3fe" providerId="LiveId" clId="{093AEDAC-1BDE-401D-83A2-FC1A90DFFFD4}" dt="2026-10-09T11:22:44.310" v="824" actId="1076"/>
          <ac:spMkLst>
            <pc:docMk/>
            <pc:sldMk cId="2783620135" sldId="257"/>
            <ac:spMk id="34" creationId="{7DD66CD3-8D2C-02FD-00FF-5B643092C8F8}"/>
          </ac:spMkLst>
        </pc:spChg>
        <pc:spChg chg="mod">
          <ac:chgData name="Kiều Trịnh" userId="b5e8dd2f7e2de3fe" providerId="LiveId" clId="{093AEDAC-1BDE-401D-83A2-FC1A90DFFFD4}" dt="2026-10-09T05:18:36.357" v="41" actId="164"/>
          <ac:spMkLst>
            <pc:docMk/>
            <pc:sldMk cId="2783620135" sldId="257"/>
            <ac:spMk id="35" creationId="{CAB77C81-05C2-8307-C6F4-E620C1760BBC}"/>
          </ac:spMkLst>
        </pc:spChg>
        <pc:spChg chg="mod">
          <ac:chgData name="Kiều Trịnh" userId="b5e8dd2f7e2de3fe" providerId="LiveId" clId="{093AEDAC-1BDE-401D-83A2-FC1A90DFFFD4}" dt="2026-10-09T11:19:52.917" v="822" actId="1076"/>
          <ac:spMkLst>
            <pc:docMk/>
            <pc:sldMk cId="2783620135" sldId="257"/>
            <ac:spMk id="36" creationId="{697214E6-E00E-BCD3-33F9-92255292416F}"/>
          </ac:spMkLst>
        </pc:spChg>
        <pc:spChg chg="mod">
          <ac:chgData name="Kiều Trịnh" userId="b5e8dd2f7e2de3fe" providerId="LiveId" clId="{093AEDAC-1BDE-401D-83A2-FC1A90DFFFD4}" dt="2026-10-09T11:19:14.313" v="816" actId="14100"/>
          <ac:spMkLst>
            <pc:docMk/>
            <pc:sldMk cId="2783620135" sldId="257"/>
            <ac:spMk id="44" creationId="{74F1434A-8DAD-B2AC-4ADF-B80EFE44B170}"/>
          </ac:spMkLst>
        </pc:spChg>
        <pc:spChg chg="mod">
          <ac:chgData name="Kiều Trịnh" userId="b5e8dd2f7e2de3fe" providerId="LiveId" clId="{093AEDAC-1BDE-401D-83A2-FC1A90DFFFD4}" dt="2026-10-09T11:19:48.411" v="821" actId="14100"/>
          <ac:spMkLst>
            <pc:docMk/>
            <pc:sldMk cId="2783620135" sldId="257"/>
            <ac:spMk id="45" creationId="{CFE74D93-E372-4F06-C055-1E19ADDFDD33}"/>
          </ac:spMkLst>
        </pc:spChg>
        <pc:spChg chg="add mod">
          <ac:chgData name="Kiều Trịnh" userId="b5e8dd2f7e2de3fe" providerId="LiveId" clId="{093AEDAC-1BDE-401D-83A2-FC1A90DFFFD4}" dt="2026-10-09T05:18:36.357" v="41" actId="164"/>
          <ac:spMkLst>
            <pc:docMk/>
            <pc:sldMk cId="2783620135" sldId="257"/>
            <ac:spMk id="49" creationId="{87F7EBAC-CDB0-5D9A-9F92-7A3071B9729D}"/>
          </ac:spMkLst>
        </pc:spChg>
      </pc:sldChg>
      <pc:sldChg chg="addSp modSp mod">
        <pc:chgData name="Kiều Trịnh" userId="b5e8dd2f7e2de3fe" providerId="LiveId" clId="{093AEDAC-1BDE-401D-83A2-FC1A90DFFFD4}" dt="2026-10-09T05:18:05.106" v="40" actId="164"/>
        <pc:sldMkLst>
          <pc:docMk/>
          <pc:sldMk cId="1501362463" sldId="258"/>
        </pc:sldMkLst>
        <pc:spChg chg="mod">
          <ac:chgData name="Kiều Trịnh" userId="b5e8dd2f7e2de3fe" providerId="LiveId" clId="{093AEDAC-1BDE-401D-83A2-FC1A90DFFFD4}" dt="2026-10-09T05:18:05.106" v="40" actId="164"/>
          <ac:spMkLst>
            <pc:docMk/>
            <pc:sldMk cId="1501362463" sldId="258"/>
            <ac:spMk id="4" creationId="{C2607029-A6B7-8BB6-FB5E-10D43CE1D901}"/>
          </ac:spMkLst>
        </pc:spChg>
        <pc:spChg chg="mod">
          <ac:chgData name="Kiều Trịnh" userId="b5e8dd2f7e2de3fe" providerId="LiveId" clId="{093AEDAC-1BDE-401D-83A2-FC1A90DFFFD4}" dt="2026-10-09T05:17:38.015" v="31" actId="1076"/>
          <ac:spMkLst>
            <pc:docMk/>
            <pc:sldMk cId="1501362463" sldId="258"/>
            <ac:spMk id="6" creationId="{B8761697-B856-EABF-EA5E-4530FD7774C6}"/>
          </ac:spMkLst>
        </pc:spChg>
        <pc:spChg chg="mod">
          <ac:chgData name="Kiều Trịnh" userId="b5e8dd2f7e2de3fe" providerId="LiveId" clId="{093AEDAC-1BDE-401D-83A2-FC1A90DFFFD4}" dt="2026-10-09T05:18:05.106" v="40" actId="164"/>
          <ac:spMkLst>
            <pc:docMk/>
            <pc:sldMk cId="1501362463" sldId="258"/>
            <ac:spMk id="8" creationId="{316C46B6-5018-EA9E-4B43-5C4239A4297A}"/>
          </ac:spMkLst>
        </pc:spChg>
        <pc:spChg chg="mod">
          <ac:chgData name="Kiều Trịnh" userId="b5e8dd2f7e2de3fe" providerId="LiveId" clId="{093AEDAC-1BDE-401D-83A2-FC1A90DFFFD4}" dt="2026-10-09T05:18:05.106" v="40" actId="164"/>
          <ac:spMkLst>
            <pc:docMk/>
            <pc:sldMk cId="1501362463" sldId="258"/>
            <ac:spMk id="10" creationId="{6206C3B7-0EAE-32C7-7BC2-A244E2EAB6A5}"/>
          </ac:spMkLst>
        </pc:spChg>
        <pc:spChg chg="mod">
          <ac:chgData name="Kiều Trịnh" userId="b5e8dd2f7e2de3fe" providerId="LiveId" clId="{093AEDAC-1BDE-401D-83A2-FC1A90DFFFD4}" dt="2026-10-09T05:18:05.106" v="40" actId="164"/>
          <ac:spMkLst>
            <pc:docMk/>
            <pc:sldMk cId="1501362463" sldId="258"/>
            <ac:spMk id="12" creationId="{A3E42828-85DB-39F5-726B-90208D2D2818}"/>
          </ac:spMkLst>
        </pc:spChg>
        <pc:spChg chg="mod">
          <ac:chgData name="Kiều Trịnh" userId="b5e8dd2f7e2de3fe" providerId="LiveId" clId="{093AEDAC-1BDE-401D-83A2-FC1A90DFFFD4}" dt="2026-10-09T05:18:05.106" v="40" actId="164"/>
          <ac:spMkLst>
            <pc:docMk/>
            <pc:sldMk cId="1501362463" sldId="258"/>
            <ac:spMk id="14" creationId="{64975B4E-2AFD-CDA9-FB8F-CC28CD8CFDA3}"/>
          </ac:spMkLst>
        </pc:spChg>
        <pc:spChg chg="mod">
          <ac:chgData name="Kiều Trịnh" userId="b5e8dd2f7e2de3fe" providerId="LiveId" clId="{093AEDAC-1BDE-401D-83A2-FC1A90DFFFD4}" dt="2026-10-09T05:18:05.106" v="40" actId="164"/>
          <ac:spMkLst>
            <pc:docMk/>
            <pc:sldMk cId="1501362463" sldId="258"/>
            <ac:spMk id="17" creationId="{8E2B294D-60F9-C293-7ACF-A38C96165866}"/>
          </ac:spMkLst>
        </pc:spChg>
        <pc:spChg chg="mod">
          <ac:chgData name="Kiều Trịnh" userId="b5e8dd2f7e2de3fe" providerId="LiveId" clId="{093AEDAC-1BDE-401D-83A2-FC1A90DFFFD4}" dt="2026-10-09T05:18:05.106" v="40" actId="164"/>
          <ac:spMkLst>
            <pc:docMk/>
            <pc:sldMk cId="1501362463" sldId="258"/>
            <ac:spMk id="18" creationId="{EDB54BF9-31D7-0D76-BC6C-A6E1DBE8B53B}"/>
          </ac:spMkLst>
        </pc:spChg>
        <pc:spChg chg="mod">
          <ac:chgData name="Kiều Trịnh" userId="b5e8dd2f7e2de3fe" providerId="LiveId" clId="{093AEDAC-1BDE-401D-83A2-FC1A90DFFFD4}" dt="2026-10-09T05:18:05.106" v="40" actId="164"/>
          <ac:spMkLst>
            <pc:docMk/>
            <pc:sldMk cId="1501362463" sldId="258"/>
            <ac:spMk id="20" creationId="{C6DF8D56-C8AB-2CA8-F69C-F0C9F00FD54B}"/>
          </ac:spMkLst>
        </pc:spChg>
        <pc:spChg chg="mod">
          <ac:chgData name="Kiều Trịnh" userId="b5e8dd2f7e2de3fe" providerId="LiveId" clId="{093AEDAC-1BDE-401D-83A2-FC1A90DFFFD4}" dt="2026-10-09T05:18:05.106" v="40" actId="164"/>
          <ac:spMkLst>
            <pc:docMk/>
            <pc:sldMk cId="1501362463" sldId="258"/>
            <ac:spMk id="21" creationId="{CE2F9ADB-6245-0272-064F-3DE8168F45EE}"/>
          </ac:spMkLst>
        </pc:spChg>
        <pc:spChg chg="mod">
          <ac:chgData name="Kiều Trịnh" userId="b5e8dd2f7e2de3fe" providerId="LiveId" clId="{093AEDAC-1BDE-401D-83A2-FC1A90DFFFD4}" dt="2026-10-09T05:18:05.106" v="40" actId="164"/>
          <ac:spMkLst>
            <pc:docMk/>
            <pc:sldMk cId="1501362463" sldId="258"/>
            <ac:spMk id="23" creationId="{4D5C3F0C-4BEB-DB5C-1038-A436EB741675}"/>
          </ac:spMkLst>
        </pc:spChg>
        <pc:spChg chg="mod">
          <ac:chgData name="Kiều Trịnh" userId="b5e8dd2f7e2de3fe" providerId="LiveId" clId="{093AEDAC-1BDE-401D-83A2-FC1A90DFFFD4}" dt="2026-10-09T05:17:13.200" v="22" actId="13822"/>
          <ac:spMkLst>
            <pc:docMk/>
            <pc:sldMk cId="1501362463" sldId="258"/>
            <ac:spMk id="25" creationId="{DC20834A-9FB7-E143-F00F-CF2527C10C3B}"/>
          </ac:spMkLst>
        </pc:spChg>
      </pc:sldChg>
      <pc:sldChg chg="addSp modSp">
        <pc:chgData name="Kiều Trịnh" userId="b5e8dd2f7e2de3fe" providerId="LiveId" clId="{093AEDAC-1BDE-401D-83A2-FC1A90DFFFD4}" dt="2026-10-09T05:37:10.403" v="512" actId="164"/>
        <pc:sldMkLst>
          <pc:docMk/>
          <pc:sldMk cId="2966876541" sldId="259"/>
        </pc:sldMkLst>
        <pc:spChg chg="mod">
          <ac:chgData name="Kiều Trịnh" userId="b5e8dd2f7e2de3fe" providerId="LiveId" clId="{093AEDAC-1BDE-401D-83A2-FC1A90DFFFD4}" dt="2026-10-09T05:37:10.403" v="512" actId="164"/>
          <ac:spMkLst>
            <pc:docMk/>
            <pc:sldMk cId="2966876541" sldId="259"/>
            <ac:spMk id="3" creationId="{A01F7EC5-645E-D4A9-254D-8B06CA268F1D}"/>
          </ac:spMkLst>
        </pc:spChg>
        <pc:spChg chg="mod">
          <ac:chgData name="Kiều Trịnh" userId="b5e8dd2f7e2de3fe" providerId="LiveId" clId="{093AEDAC-1BDE-401D-83A2-FC1A90DFFFD4}" dt="2026-10-09T05:37:10.403" v="512" actId="164"/>
          <ac:spMkLst>
            <pc:docMk/>
            <pc:sldMk cId="2966876541" sldId="259"/>
            <ac:spMk id="5" creationId="{2B94DEB9-C741-0A9E-B821-0C1783F985CE}"/>
          </ac:spMkLst>
        </pc:spChg>
        <pc:spChg chg="mod">
          <ac:chgData name="Kiều Trịnh" userId="b5e8dd2f7e2de3fe" providerId="LiveId" clId="{093AEDAC-1BDE-401D-83A2-FC1A90DFFFD4}" dt="2026-10-09T05:37:10.403" v="512" actId="164"/>
          <ac:spMkLst>
            <pc:docMk/>
            <pc:sldMk cId="2966876541" sldId="259"/>
            <ac:spMk id="8" creationId="{C6134A96-6918-730F-EA3E-105BA34D02EB}"/>
          </ac:spMkLst>
        </pc:spChg>
        <pc:spChg chg="mod">
          <ac:chgData name="Kiều Trịnh" userId="b5e8dd2f7e2de3fe" providerId="LiveId" clId="{093AEDAC-1BDE-401D-83A2-FC1A90DFFFD4}" dt="2026-10-09T05:37:10.403" v="512" actId="164"/>
          <ac:spMkLst>
            <pc:docMk/>
            <pc:sldMk cId="2966876541" sldId="259"/>
            <ac:spMk id="10" creationId="{891727E2-91F1-8552-F7B4-019ED314F2A0}"/>
          </ac:spMkLst>
        </pc:spChg>
        <pc:spChg chg="mod">
          <ac:chgData name="Kiều Trịnh" userId="b5e8dd2f7e2de3fe" providerId="LiveId" clId="{093AEDAC-1BDE-401D-83A2-FC1A90DFFFD4}" dt="2026-10-09T05:37:10.403" v="512" actId="164"/>
          <ac:spMkLst>
            <pc:docMk/>
            <pc:sldMk cId="2966876541" sldId="259"/>
            <ac:spMk id="14" creationId="{B0DA8812-3528-5000-D643-CC3C3E2BEA44}"/>
          </ac:spMkLst>
        </pc:spChg>
        <pc:spChg chg="mod">
          <ac:chgData name="Kiều Trịnh" userId="b5e8dd2f7e2de3fe" providerId="LiveId" clId="{093AEDAC-1BDE-401D-83A2-FC1A90DFFFD4}" dt="2026-10-09T05:37:10.403" v="512" actId="164"/>
          <ac:spMkLst>
            <pc:docMk/>
            <pc:sldMk cId="2966876541" sldId="259"/>
            <ac:spMk id="15" creationId="{9ADBB32F-3E53-C04F-2B7B-A8984C5E15F3}"/>
          </ac:spMkLst>
        </pc:spChg>
        <pc:spChg chg="mod">
          <ac:chgData name="Kiều Trịnh" userId="b5e8dd2f7e2de3fe" providerId="LiveId" clId="{093AEDAC-1BDE-401D-83A2-FC1A90DFFFD4}" dt="2026-10-09T05:37:10.403" v="512" actId="164"/>
          <ac:spMkLst>
            <pc:docMk/>
            <pc:sldMk cId="2966876541" sldId="259"/>
            <ac:spMk id="16" creationId="{DBD297AF-EF80-7A5A-2F52-335FCB74BFF7}"/>
          </ac:spMkLst>
        </pc:spChg>
        <pc:spChg chg="mod">
          <ac:chgData name="Kiều Trịnh" userId="b5e8dd2f7e2de3fe" providerId="LiveId" clId="{093AEDAC-1BDE-401D-83A2-FC1A90DFFFD4}" dt="2026-10-09T05:37:10.403" v="512" actId="164"/>
          <ac:spMkLst>
            <pc:docMk/>
            <pc:sldMk cId="2966876541" sldId="259"/>
            <ac:spMk id="17" creationId="{ADDAFAAB-647E-1955-54C9-63FB9ADE3D73}"/>
          </ac:spMkLst>
        </pc:spChg>
        <pc:spChg chg="mod">
          <ac:chgData name="Kiều Trịnh" userId="b5e8dd2f7e2de3fe" providerId="LiveId" clId="{093AEDAC-1BDE-401D-83A2-FC1A90DFFFD4}" dt="2026-10-09T05:37:10.403" v="512" actId="164"/>
          <ac:spMkLst>
            <pc:docMk/>
            <pc:sldMk cId="2966876541" sldId="259"/>
            <ac:spMk id="18" creationId="{EBB30025-BB03-2FE3-A38D-9A60415E0F55}"/>
          </ac:spMkLst>
        </pc:spChg>
        <pc:spChg chg="mod">
          <ac:chgData name="Kiều Trịnh" userId="b5e8dd2f7e2de3fe" providerId="LiveId" clId="{093AEDAC-1BDE-401D-83A2-FC1A90DFFFD4}" dt="2026-10-09T05:37:10.403" v="512" actId="164"/>
          <ac:spMkLst>
            <pc:docMk/>
            <pc:sldMk cId="2966876541" sldId="259"/>
            <ac:spMk id="19" creationId="{EC31C3AA-B701-BA6D-BB78-85B81E938BC4}"/>
          </ac:spMkLst>
        </pc:spChg>
      </pc:sldChg>
      <pc:sldChg chg="addSp delSp modSp mod">
        <pc:chgData name="Kiều Trịnh" userId="b5e8dd2f7e2de3fe" providerId="LiveId" clId="{093AEDAC-1BDE-401D-83A2-FC1A90DFFFD4}" dt="2026-10-09T05:16:42.220" v="21" actId="164"/>
        <pc:sldMkLst>
          <pc:docMk/>
          <pc:sldMk cId="3500957196" sldId="260"/>
        </pc:sldMkLst>
        <pc:spChg chg="mod">
          <ac:chgData name="Kiều Trịnh" userId="b5e8dd2f7e2de3fe" providerId="LiveId" clId="{093AEDAC-1BDE-401D-83A2-FC1A90DFFFD4}" dt="2026-10-09T05:16:42.220" v="21" actId="164"/>
          <ac:spMkLst>
            <pc:docMk/>
            <pc:sldMk cId="3500957196" sldId="260"/>
            <ac:spMk id="2" creationId="{0118C78D-700D-188F-665D-B0943317B77E}"/>
          </ac:spMkLst>
        </pc:spChg>
        <pc:spChg chg="mod">
          <ac:chgData name="Kiều Trịnh" userId="b5e8dd2f7e2de3fe" providerId="LiveId" clId="{093AEDAC-1BDE-401D-83A2-FC1A90DFFFD4}" dt="2026-10-09T05:16:42.220" v="21" actId="164"/>
          <ac:spMkLst>
            <pc:docMk/>
            <pc:sldMk cId="3500957196" sldId="260"/>
            <ac:spMk id="4" creationId="{5A59421E-0CA0-D354-6275-6DE3DB05202A}"/>
          </ac:spMkLst>
        </pc:spChg>
        <pc:spChg chg="mod">
          <ac:chgData name="Kiều Trịnh" userId="b5e8dd2f7e2de3fe" providerId="LiveId" clId="{093AEDAC-1BDE-401D-83A2-FC1A90DFFFD4}" dt="2026-10-09T05:16:42.220" v="21" actId="164"/>
          <ac:spMkLst>
            <pc:docMk/>
            <pc:sldMk cId="3500957196" sldId="260"/>
            <ac:spMk id="6" creationId="{1A05CA74-1B19-39DA-3859-BB3C2EECEE78}"/>
          </ac:spMkLst>
        </pc:spChg>
        <pc:grpChg chg="add mod">
          <ac:chgData name="Kiều Trịnh" userId="b5e8dd2f7e2de3fe" providerId="LiveId" clId="{093AEDAC-1BDE-401D-83A2-FC1A90DFFFD4}" dt="2026-10-09T05:16:42.220" v="21" actId="164"/>
          <ac:grpSpMkLst>
            <pc:docMk/>
            <pc:sldMk cId="3500957196" sldId="260"/>
            <ac:grpSpMk id="21" creationId="{B1FAE2B1-F330-952E-05FD-C1450A128D21}"/>
          </ac:grpSpMkLst>
        </pc:grpChg>
        <pc:cxnChg chg="mod">
          <ac:chgData name="Kiều Trịnh" userId="b5e8dd2f7e2de3fe" providerId="LiveId" clId="{093AEDAC-1BDE-401D-83A2-FC1A90DFFFD4}" dt="2026-10-09T05:16:42.220" v="21" actId="164"/>
          <ac:cxnSpMkLst>
            <pc:docMk/>
            <pc:sldMk cId="3500957196" sldId="260"/>
            <ac:cxnSpMk id="8" creationId="{C37CD1BF-E380-47FF-FCA5-F147B3C4F3C9}"/>
          </ac:cxnSpMkLst>
        </pc:cxnChg>
        <pc:cxnChg chg="mod">
          <ac:chgData name="Kiều Trịnh" userId="b5e8dd2f7e2de3fe" providerId="LiveId" clId="{093AEDAC-1BDE-401D-83A2-FC1A90DFFFD4}" dt="2026-10-09T05:16:42.220" v="21" actId="164"/>
          <ac:cxnSpMkLst>
            <pc:docMk/>
            <pc:sldMk cId="3500957196" sldId="260"/>
            <ac:cxnSpMk id="10" creationId="{A48759E1-6345-B15E-187D-245B07E3E30E}"/>
          </ac:cxnSpMkLst>
        </pc:cxnChg>
        <pc:cxnChg chg="mod">
          <ac:chgData name="Kiều Trịnh" userId="b5e8dd2f7e2de3fe" providerId="LiveId" clId="{093AEDAC-1BDE-401D-83A2-FC1A90DFFFD4}" dt="2026-10-09T05:16:42.220" v="21" actId="164"/>
          <ac:cxnSpMkLst>
            <pc:docMk/>
            <pc:sldMk cId="3500957196" sldId="260"/>
            <ac:cxnSpMk id="12" creationId="{312442F1-5FAB-8EB9-ABDC-5D7DC8E960FE}"/>
          </ac:cxnSpMkLst>
        </pc:cxnChg>
      </pc:sldChg>
      <pc:sldChg chg="addSp modSp mod">
        <pc:chgData name="Kiều Trịnh" userId="b5e8dd2f7e2de3fe" providerId="LiveId" clId="{093AEDAC-1BDE-401D-83A2-FC1A90DFFFD4}" dt="2026-10-09T11:49:38.949" v="827" actId="164"/>
        <pc:sldMkLst>
          <pc:docMk/>
          <pc:sldMk cId="2372365908" sldId="261"/>
        </pc:sldMkLst>
        <pc:spChg chg="mod">
          <ac:chgData name="Kiều Trịnh" userId="b5e8dd2f7e2de3fe" providerId="LiveId" clId="{093AEDAC-1BDE-401D-83A2-FC1A90DFFFD4}" dt="2026-10-09T11:49:38.949" v="827" actId="164"/>
          <ac:spMkLst>
            <pc:docMk/>
            <pc:sldMk cId="2372365908" sldId="261"/>
            <ac:spMk id="2" creationId="{172E62C8-6B8D-D0A0-7570-8054632EFBC6}"/>
          </ac:spMkLst>
        </pc:spChg>
        <pc:spChg chg="mod">
          <ac:chgData name="Kiều Trịnh" userId="b5e8dd2f7e2de3fe" providerId="LiveId" clId="{093AEDAC-1BDE-401D-83A2-FC1A90DFFFD4}" dt="2026-10-09T11:49:38.949" v="827" actId="164"/>
          <ac:spMkLst>
            <pc:docMk/>
            <pc:sldMk cId="2372365908" sldId="261"/>
            <ac:spMk id="4" creationId="{46079D8D-785E-B437-B79A-CC41161A2940}"/>
          </ac:spMkLst>
        </pc:spChg>
        <pc:spChg chg="mod">
          <ac:chgData name="Kiều Trịnh" userId="b5e8dd2f7e2de3fe" providerId="LiveId" clId="{093AEDAC-1BDE-401D-83A2-FC1A90DFFFD4}" dt="2026-10-09T11:49:38.949" v="827" actId="164"/>
          <ac:spMkLst>
            <pc:docMk/>
            <pc:sldMk cId="2372365908" sldId="261"/>
            <ac:spMk id="6" creationId="{2A1086A6-32A9-2F71-F79B-1BBD9252ABBA}"/>
          </ac:spMkLst>
        </pc:spChg>
        <pc:spChg chg="mod">
          <ac:chgData name="Kiều Trịnh" userId="b5e8dd2f7e2de3fe" providerId="LiveId" clId="{093AEDAC-1BDE-401D-83A2-FC1A90DFFFD4}" dt="2026-10-09T11:49:38.949" v="827" actId="164"/>
          <ac:spMkLst>
            <pc:docMk/>
            <pc:sldMk cId="2372365908" sldId="261"/>
            <ac:spMk id="8" creationId="{D8039637-4F7E-5122-A1E0-9DC9BDF4AAF8}"/>
          </ac:spMkLst>
        </pc:spChg>
        <pc:spChg chg="mod">
          <ac:chgData name="Kiều Trịnh" userId="b5e8dd2f7e2de3fe" providerId="LiveId" clId="{093AEDAC-1BDE-401D-83A2-FC1A90DFFFD4}" dt="2026-10-09T11:49:38.949" v="827" actId="164"/>
          <ac:spMkLst>
            <pc:docMk/>
            <pc:sldMk cId="2372365908" sldId="261"/>
            <ac:spMk id="12" creationId="{6835B717-7599-A913-801F-19FDE08B8D6C}"/>
          </ac:spMkLst>
        </pc:spChg>
        <pc:spChg chg="mod">
          <ac:chgData name="Kiều Trịnh" userId="b5e8dd2f7e2de3fe" providerId="LiveId" clId="{093AEDAC-1BDE-401D-83A2-FC1A90DFFFD4}" dt="2026-10-09T11:49:38.949" v="827" actId="164"/>
          <ac:spMkLst>
            <pc:docMk/>
            <pc:sldMk cId="2372365908" sldId="261"/>
            <ac:spMk id="14" creationId="{5974D46E-B2E5-5CEB-8ABB-B28049BAF1C0}"/>
          </ac:spMkLst>
        </pc:spChg>
        <pc:spChg chg="mod">
          <ac:chgData name="Kiều Trịnh" userId="b5e8dd2f7e2de3fe" providerId="LiveId" clId="{093AEDAC-1BDE-401D-83A2-FC1A90DFFFD4}" dt="2026-10-09T11:49:38.949" v="827" actId="164"/>
          <ac:spMkLst>
            <pc:docMk/>
            <pc:sldMk cId="2372365908" sldId="261"/>
            <ac:spMk id="15" creationId="{AE45E8CD-F3DF-2F1D-15FE-3BF980362A9E}"/>
          </ac:spMkLst>
        </pc:spChg>
        <pc:spChg chg="mod">
          <ac:chgData name="Kiều Trịnh" userId="b5e8dd2f7e2de3fe" providerId="LiveId" clId="{093AEDAC-1BDE-401D-83A2-FC1A90DFFFD4}" dt="2026-10-09T11:49:38.949" v="827" actId="164"/>
          <ac:spMkLst>
            <pc:docMk/>
            <pc:sldMk cId="2372365908" sldId="261"/>
            <ac:spMk id="16" creationId="{A04872BC-98A4-A207-AC6D-27274AF2B15D}"/>
          </ac:spMkLst>
        </pc:spChg>
        <pc:spChg chg="mod">
          <ac:chgData name="Kiều Trịnh" userId="b5e8dd2f7e2de3fe" providerId="LiveId" clId="{093AEDAC-1BDE-401D-83A2-FC1A90DFFFD4}" dt="2026-10-09T11:49:38.949" v="827" actId="164"/>
          <ac:spMkLst>
            <pc:docMk/>
            <pc:sldMk cId="2372365908" sldId="261"/>
            <ac:spMk id="17" creationId="{14F44946-80D0-AAEE-20AA-D2AA6AFA9D05}"/>
          </ac:spMkLst>
        </pc:spChg>
        <pc:spChg chg="mod">
          <ac:chgData name="Kiều Trịnh" userId="b5e8dd2f7e2de3fe" providerId="LiveId" clId="{093AEDAC-1BDE-401D-83A2-FC1A90DFFFD4}" dt="2026-10-09T11:49:38.949" v="827" actId="164"/>
          <ac:spMkLst>
            <pc:docMk/>
            <pc:sldMk cId="2372365908" sldId="261"/>
            <ac:spMk id="18" creationId="{5C2D2750-A897-ED8C-62AA-C1798FBA71B7}"/>
          </ac:spMkLst>
        </pc:spChg>
        <pc:cxnChg chg="add">
          <ac:chgData name="Kiều Trịnh" userId="b5e8dd2f7e2de3fe" providerId="LiveId" clId="{093AEDAC-1BDE-401D-83A2-FC1A90DFFFD4}" dt="2026-10-09T11:49:28.634" v="825" actId="11529"/>
          <ac:cxnSpMkLst>
            <pc:docMk/>
            <pc:sldMk cId="2372365908" sldId="261"/>
            <ac:cxnSpMk id="5" creationId="{0D123268-2CDE-67C5-1269-106A1B6B598C}"/>
          </ac:cxnSpMkLst>
        </pc:cxnChg>
        <pc:cxnChg chg="add">
          <ac:chgData name="Kiều Trịnh" userId="b5e8dd2f7e2de3fe" providerId="LiveId" clId="{093AEDAC-1BDE-401D-83A2-FC1A90DFFFD4}" dt="2026-10-09T11:49:33.796" v="826" actId="11529"/>
          <ac:cxnSpMkLst>
            <pc:docMk/>
            <pc:sldMk cId="2372365908" sldId="261"/>
            <ac:cxnSpMk id="9" creationId="{67FD0BD0-1EA3-F7EA-9E49-C4FED285590E}"/>
          </ac:cxnSpMkLst>
        </pc:cxnChg>
      </pc:sldChg>
      <pc:sldChg chg="addSp modSp mod">
        <pc:chgData name="Kiều Trịnh" userId="b5e8dd2f7e2de3fe" providerId="LiveId" clId="{093AEDAC-1BDE-401D-83A2-FC1A90DFFFD4}" dt="2026-10-09T05:36:18.337" v="511" actId="164"/>
        <pc:sldMkLst>
          <pc:docMk/>
          <pc:sldMk cId="3889069440" sldId="262"/>
        </pc:sldMkLst>
        <pc:spChg chg="mod">
          <ac:chgData name="Kiều Trịnh" userId="b5e8dd2f7e2de3fe" providerId="LiveId" clId="{093AEDAC-1BDE-401D-83A2-FC1A90DFFFD4}" dt="2026-10-09T05:36:18.337" v="511" actId="164"/>
          <ac:spMkLst>
            <pc:docMk/>
            <pc:sldMk cId="3889069440" sldId="262"/>
            <ac:spMk id="2" creationId="{A07F0E9E-6F74-0C70-5D0F-45CA8B2466AD}"/>
          </ac:spMkLst>
        </pc:spChg>
        <pc:spChg chg="mod">
          <ac:chgData name="Kiều Trịnh" userId="b5e8dd2f7e2de3fe" providerId="LiveId" clId="{093AEDAC-1BDE-401D-83A2-FC1A90DFFFD4}" dt="2026-10-09T05:36:18.337" v="511" actId="164"/>
          <ac:spMkLst>
            <pc:docMk/>
            <pc:sldMk cId="3889069440" sldId="262"/>
            <ac:spMk id="3" creationId="{FECD555F-542F-9BED-781D-3ED5A7081638}"/>
          </ac:spMkLst>
        </pc:spChg>
        <pc:spChg chg="mod">
          <ac:chgData name="Kiều Trịnh" userId="b5e8dd2f7e2de3fe" providerId="LiveId" clId="{093AEDAC-1BDE-401D-83A2-FC1A90DFFFD4}" dt="2026-10-09T05:36:18.337" v="511" actId="164"/>
          <ac:spMkLst>
            <pc:docMk/>
            <pc:sldMk cId="3889069440" sldId="262"/>
            <ac:spMk id="4" creationId="{E52D7D9A-755C-2200-D0AF-59CE7433B680}"/>
          </ac:spMkLst>
        </pc:spChg>
        <pc:spChg chg="mod">
          <ac:chgData name="Kiều Trịnh" userId="b5e8dd2f7e2de3fe" providerId="LiveId" clId="{093AEDAC-1BDE-401D-83A2-FC1A90DFFFD4}" dt="2026-10-09T05:36:18.337" v="511" actId="164"/>
          <ac:spMkLst>
            <pc:docMk/>
            <pc:sldMk cId="3889069440" sldId="262"/>
            <ac:spMk id="5" creationId="{34EB9FB5-4BFE-475B-BAEC-2307A261598C}"/>
          </ac:spMkLst>
        </pc:spChg>
        <pc:spChg chg="mod">
          <ac:chgData name="Kiều Trịnh" userId="b5e8dd2f7e2de3fe" providerId="LiveId" clId="{093AEDAC-1BDE-401D-83A2-FC1A90DFFFD4}" dt="2026-10-09T05:36:18.337" v="511" actId="164"/>
          <ac:spMkLst>
            <pc:docMk/>
            <pc:sldMk cId="3889069440" sldId="262"/>
            <ac:spMk id="7" creationId="{875E31C0-8C89-98AC-A7E3-938E2611AD24}"/>
          </ac:spMkLst>
        </pc:spChg>
        <pc:grpChg chg="add mod">
          <ac:chgData name="Kiều Trịnh" userId="b5e8dd2f7e2de3fe" providerId="LiveId" clId="{093AEDAC-1BDE-401D-83A2-FC1A90DFFFD4}" dt="2026-10-09T05:36:18.337" v="511" actId="164"/>
          <ac:grpSpMkLst>
            <pc:docMk/>
            <pc:sldMk cId="3889069440" sldId="262"/>
            <ac:grpSpMk id="12" creationId="{41624C03-3D42-C254-4FAB-D7758C76C2AA}"/>
          </ac:grpSpMkLst>
        </pc:grpChg>
        <pc:cxnChg chg="mod">
          <ac:chgData name="Kiều Trịnh" userId="b5e8dd2f7e2de3fe" providerId="LiveId" clId="{093AEDAC-1BDE-401D-83A2-FC1A90DFFFD4}" dt="2026-10-09T05:36:18.337" v="511" actId="164"/>
          <ac:cxnSpMkLst>
            <pc:docMk/>
            <pc:sldMk cId="3889069440" sldId="262"/>
            <ac:cxnSpMk id="9" creationId="{4FCF4C40-BAD5-2CCE-2CD8-D57A484134D1}"/>
          </ac:cxnSpMkLst>
        </pc:cxnChg>
        <pc:cxnChg chg="mod">
          <ac:chgData name="Kiều Trịnh" userId="b5e8dd2f7e2de3fe" providerId="LiveId" clId="{093AEDAC-1BDE-401D-83A2-FC1A90DFFFD4}" dt="2026-10-09T05:36:18.337" v="511" actId="164"/>
          <ac:cxnSpMkLst>
            <pc:docMk/>
            <pc:sldMk cId="3889069440" sldId="262"/>
            <ac:cxnSpMk id="11" creationId="{68B90BF9-BF2F-FF6F-DE2D-918494930637}"/>
          </ac:cxnSpMkLst>
        </pc:cxnChg>
      </pc:sldChg>
      <pc:sldChg chg="modSp mod">
        <pc:chgData name="Kiều Trịnh" userId="b5e8dd2f7e2de3fe" providerId="LiveId" clId="{093AEDAC-1BDE-401D-83A2-FC1A90DFFFD4}" dt="2026-10-09T05:12:35.428" v="11" actId="1076"/>
        <pc:sldMkLst>
          <pc:docMk/>
          <pc:sldMk cId="2942947411" sldId="263"/>
        </pc:sldMkLst>
        <pc:spChg chg="mod">
          <ac:chgData name="Kiều Trịnh" userId="b5e8dd2f7e2de3fe" providerId="LiveId" clId="{093AEDAC-1BDE-401D-83A2-FC1A90DFFFD4}" dt="2026-10-09T05:12:35.428" v="11" actId="1076"/>
          <ac:spMkLst>
            <pc:docMk/>
            <pc:sldMk cId="2942947411" sldId="263"/>
            <ac:spMk id="10" creationId="{DD4E9E1E-ADAB-3000-083D-7FAE7F2B2D21}"/>
          </ac:spMkLst>
        </pc:spChg>
      </pc:sldChg>
      <pc:sldChg chg="ord">
        <pc:chgData name="Kiều Trịnh" userId="b5e8dd2f7e2de3fe" providerId="LiveId" clId="{093AEDAC-1BDE-401D-83A2-FC1A90DFFFD4}" dt="2026-10-09T05:13:27.109" v="17"/>
        <pc:sldMkLst>
          <pc:docMk/>
          <pc:sldMk cId="2231781800" sldId="264"/>
        </pc:sldMkLst>
      </pc:sldChg>
      <pc:sldChg chg="modSp mod">
        <pc:chgData name="Kiều Trịnh" userId="b5e8dd2f7e2de3fe" providerId="LiveId" clId="{093AEDAC-1BDE-401D-83A2-FC1A90DFFFD4}" dt="2026-10-09T05:12:54.999" v="15" actId="20577"/>
        <pc:sldMkLst>
          <pc:docMk/>
          <pc:sldMk cId="4090056452" sldId="266"/>
        </pc:sldMkLst>
        <pc:spChg chg="mod">
          <ac:chgData name="Kiều Trịnh" userId="b5e8dd2f7e2de3fe" providerId="LiveId" clId="{093AEDAC-1BDE-401D-83A2-FC1A90DFFFD4}" dt="2026-10-09T05:12:54.999" v="15" actId="20577"/>
          <ac:spMkLst>
            <pc:docMk/>
            <pc:sldMk cId="4090056452" sldId="266"/>
            <ac:spMk id="5" creationId="{4BD662C0-3DDA-887C-19B6-8673124D2F7F}"/>
          </ac:spMkLst>
        </pc:spChg>
        <pc:spChg chg="mod">
          <ac:chgData name="Kiều Trịnh" userId="b5e8dd2f7e2de3fe" providerId="LiveId" clId="{093AEDAC-1BDE-401D-83A2-FC1A90DFFFD4}" dt="2026-10-09T05:12:47.808" v="13" actId="14100"/>
          <ac:spMkLst>
            <pc:docMk/>
            <pc:sldMk cId="4090056452" sldId="266"/>
            <ac:spMk id="6" creationId="{368CC9B7-AF31-046D-3068-923346136AEC}"/>
          </ac:spMkLst>
        </pc:spChg>
      </pc:sldChg>
      <pc:sldChg chg="addSp delSp modSp new mod">
        <pc:chgData name="Kiều Trịnh" userId="b5e8dd2f7e2de3fe" providerId="LiveId" clId="{093AEDAC-1BDE-401D-83A2-FC1A90DFFFD4}" dt="2026-10-09T05:34:43.907" v="505" actId="14100"/>
        <pc:sldMkLst>
          <pc:docMk/>
          <pc:sldMk cId="2811239402" sldId="267"/>
        </pc:sldMkLst>
        <pc:spChg chg="add mod">
          <ac:chgData name="Kiều Trịnh" userId="b5e8dd2f7e2de3fe" providerId="LiveId" clId="{093AEDAC-1BDE-401D-83A2-FC1A90DFFFD4}" dt="2026-10-09T05:30:57.944" v="452" actId="1076"/>
          <ac:spMkLst>
            <pc:docMk/>
            <pc:sldMk cId="2811239402" sldId="267"/>
            <ac:spMk id="3" creationId="{436C321A-C564-A3D3-4919-3898FCC2BFA1}"/>
          </ac:spMkLst>
        </pc:spChg>
        <pc:spChg chg="add mod">
          <ac:chgData name="Kiều Trịnh" userId="b5e8dd2f7e2de3fe" providerId="LiveId" clId="{093AEDAC-1BDE-401D-83A2-FC1A90DFFFD4}" dt="2026-10-09T05:34:40.901" v="504" actId="164"/>
          <ac:spMkLst>
            <pc:docMk/>
            <pc:sldMk cId="2811239402" sldId="267"/>
            <ac:spMk id="5" creationId="{B1193184-8E04-E4BE-C6BC-B62DD4BAE9A3}"/>
          </ac:spMkLst>
        </pc:spChg>
        <pc:spChg chg="add mod">
          <ac:chgData name="Kiều Trịnh" userId="b5e8dd2f7e2de3fe" providerId="LiveId" clId="{093AEDAC-1BDE-401D-83A2-FC1A90DFFFD4}" dt="2026-10-09T05:30:57.944" v="452" actId="1076"/>
          <ac:spMkLst>
            <pc:docMk/>
            <pc:sldMk cId="2811239402" sldId="267"/>
            <ac:spMk id="7" creationId="{1E5A38B3-4CB1-954F-AF88-83400FAC695D}"/>
          </ac:spMkLst>
        </pc:spChg>
        <pc:spChg chg="add mod">
          <ac:chgData name="Kiều Trịnh" userId="b5e8dd2f7e2de3fe" providerId="LiveId" clId="{093AEDAC-1BDE-401D-83A2-FC1A90DFFFD4}" dt="2026-10-09T05:30:57.944" v="452" actId="1076"/>
          <ac:spMkLst>
            <pc:docMk/>
            <pc:sldMk cId="2811239402" sldId="267"/>
            <ac:spMk id="9" creationId="{43D6579E-FC2F-FEB5-F082-7D904713F27B}"/>
          </ac:spMkLst>
        </pc:spChg>
        <pc:spChg chg="add mod">
          <ac:chgData name="Kiều Trịnh" userId="b5e8dd2f7e2de3fe" providerId="LiveId" clId="{093AEDAC-1BDE-401D-83A2-FC1A90DFFFD4}" dt="2026-10-09T05:34:40.901" v="504" actId="164"/>
          <ac:spMkLst>
            <pc:docMk/>
            <pc:sldMk cId="2811239402" sldId="267"/>
            <ac:spMk id="11" creationId="{FC6A40F6-13ED-A898-AC17-7ED6C1507572}"/>
          </ac:spMkLst>
        </pc:spChg>
        <pc:spChg chg="add mod">
          <ac:chgData name="Kiều Trịnh" userId="b5e8dd2f7e2de3fe" providerId="LiveId" clId="{093AEDAC-1BDE-401D-83A2-FC1A90DFFFD4}" dt="2026-10-09T05:34:40.901" v="504" actId="164"/>
          <ac:spMkLst>
            <pc:docMk/>
            <pc:sldMk cId="2811239402" sldId="267"/>
            <ac:spMk id="13" creationId="{E1F08226-A620-04B2-F245-ABB2FF8E2879}"/>
          </ac:spMkLst>
        </pc:spChg>
        <pc:spChg chg="add mod">
          <ac:chgData name="Kiều Trịnh" userId="b5e8dd2f7e2de3fe" providerId="LiveId" clId="{093AEDAC-1BDE-401D-83A2-FC1A90DFFFD4}" dt="2026-10-09T05:31:31.009" v="460" actId="1076"/>
          <ac:spMkLst>
            <pc:docMk/>
            <pc:sldMk cId="2811239402" sldId="267"/>
            <ac:spMk id="15" creationId="{1195FE12-13DF-93FC-3805-E875D1F806F0}"/>
          </ac:spMkLst>
        </pc:spChg>
        <pc:spChg chg="add mod">
          <ac:chgData name="Kiều Trịnh" userId="b5e8dd2f7e2de3fe" providerId="LiveId" clId="{093AEDAC-1BDE-401D-83A2-FC1A90DFFFD4}" dt="2026-10-09T05:34:40.901" v="504" actId="164"/>
          <ac:spMkLst>
            <pc:docMk/>
            <pc:sldMk cId="2811239402" sldId="267"/>
            <ac:spMk id="17" creationId="{FA41F21F-467F-B341-8543-8FA396187FC5}"/>
          </ac:spMkLst>
        </pc:spChg>
        <pc:spChg chg="add mod">
          <ac:chgData name="Kiều Trịnh" userId="b5e8dd2f7e2de3fe" providerId="LiveId" clId="{093AEDAC-1BDE-401D-83A2-FC1A90DFFFD4}" dt="2026-10-09T05:31:43.679" v="463" actId="1076"/>
          <ac:spMkLst>
            <pc:docMk/>
            <pc:sldMk cId="2811239402" sldId="267"/>
            <ac:spMk id="19" creationId="{43A450B3-F887-4C67-2C6A-BF8F9C4DF83F}"/>
          </ac:spMkLst>
        </pc:spChg>
        <pc:spChg chg="add mod">
          <ac:chgData name="Kiều Trịnh" userId="b5e8dd2f7e2de3fe" providerId="LiveId" clId="{093AEDAC-1BDE-401D-83A2-FC1A90DFFFD4}" dt="2026-10-09T05:24:51.006" v="357" actId="20577"/>
          <ac:spMkLst>
            <pc:docMk/>
            <pc:sldMk cId="2811239402" sldId="267"/>
            <ac:spMk id="21" creationId="{5634CBB4-B24A-8CFF-E7FA-DB66F710D4F6}"/>
          </ac:spMkLst>
        </pc:spChg>
        <pc:spChg chg="add mod">
          <ac:chgData name="Kiều Trịnh" userId="b5e8dd2f7e2de3fe" providerId="LiveId" clId="{093AEDAC-1BDE-401D-83A2-FC1A90DFFFD4}" dt="2026-10-09T05:25:04.904" v="380" actId="14100"/>
          <ac:spMkLst>
            <pc:docMk/>
            <pc:sldMk cId="2811239402" sldId="267"/>
            <ac:spMk id="23" creationId="{FFA9591F-9BA3-0FA2-1F97-8EB3E508567C}"/>
          </ac:spMkLst>
        </pc:spChg>
        <pc:spChg chg="add mod">
          <ac:chgData name="Kiều Trịnh" userId="b5e8dd2f7e2de3fe" providerId="LiveId" clId="{093AEDAC-1BDE-401D-83A2-FC1A90DFFFD4}" dt="2026-10-09T05:30:57.944" v="452" actId="1076"/>
          <ac:spMkLst>
            <pc:docMk/>
            <pc:sldMk cId="2811239402" sldId="267"/>
            <ac:spMk id="24" creationId="{3D70067C-5369-7780-CA00-F511E2E259E0}"/>
          </ac:spMkLst>
        </pc:spChg>
        <pc:spChg chg="add mod">
          <ac:chgData name="Kiều Trịnh" userId="b5e8dd2f7e2de3fe" providerId="LiveId" clId="{093AEDAC-1BDE-401D-83A2-FC1A90DFFFD4}" dt="2026-10-09T05:34:40.901" v="504" actId="164"/>
          <ac:spMkLst>
            <pc:docMk/>
            <pc:sldMk cId="2811239402" sldId="267"/>
            <ac:spMk id="26" creationId="{F2880FF6-AD9A-78E4-E49E-4B82487B4DB5}"/>
          </ac:spMkLst>
        </pc:spChg>
        <pc:spChg chg="add mod">
          <ac:chgData name="Kiều Trịnh" userId="b5e8dd2f7e2de3fe" providerId="LiveId" clId="{093AEDAC-1BDE-401D-83A2-FC1A90DFFFD4}" dt="2026-10-09T05:34:40.901" v="504" actId="164"/>
          <ac:spMkLst>
            <pc:docMk/>
            <pc:sldMk cId="2811239402" sldId="267"/>
            <ac:spMk id="34" creationId="{3F018FA0-3F53-828B-C428-1646700AA5F2}"/>
          </ac:spMkLst>
        </pc:spChg>
        <pc:spChg chg="add mod">
          <ac:chgData name="Kiều Trịnh" userId="b5e8dd2f7e2de3fe" providerId="LiveId" clId="{093AEDAC-1BDE-401D-83A2-FC1A90DFFFD4}" dt="2026-10-09T05:27:21.918" v="404" actId="1076"/>
          <ac:spMkLst>
            <pc:docMk/>
            <pc:sldMk cId="2811239402" sldId="267"/>
            <ac:spMk id="36" creationId="{CB54D53A-D690-5D7A-0103-DF6A14376DFE}"/>
          </ac:spMkLst>
        </pc:spChg>
        <pc:spChg chg="add mod">
          <ac:chgData name="Kiều Trịnh" userId="b5e8dd2f7e2de3fe" providerId="LiveId" clId="{093AEDAC-1BDE-401D-83A2-FC1A90DFFFD4}" dt="2026-10-09T05:32:19.473" v="481" actId="1076"/>
          <ac:spMkLst>
            <pc:docMk/>
            <pc:sldMk cId="2811239402" sldId="267"/>
            <ac:spMk id="106" creationId="{C2F4B5B7-9876-ADBD-DBE4-9C37DBF9FCD3}"/>
          </ac:spMkLst>
        </pc:spChg>
        <pc:spChg chg="add mod">
          <ac:chgData name="Kiều Trịnh" userId="b5e8dd2f7e2de3fe" providerId="LiveId" clId="{093AEDAC-1BDE-401D-83A2-FC1A90DFFFD4}" dt="2026-10-09T05:34:40.901" v="504" actId="164"/>
          <ac:spMkLst>
            <pc:docMk/>
            <pc:sldMk cId="2811239402" sldId="267"/>
            <ac:spMk id="108" creationId="{E7065693-7C47-8B82-9232-C5A50BC9CA60}"/>
          </ac:spMkLst>
        </pc:spChg>
        <pc:spChg chg="add mod">
          <ac:chgData name="Kiều Trịnh" userId="b5e8dd2f7e2de3fe" providerId="LiveId" clId="{093AEDAC-1BDE-401D-83A2-FC1A90DFFFD4}" dt="2026-10-09T05:34:40.901" v="504" actId="164"/>
          <ac:spMkLst>
            <pc:docMk/>
            <pc:sldMk cId="2811239402" sldId="267"/>
            <ac:spMk id="110" creationId="{20EB9168-E9C4-F297-A98E-C3D66CDF9964}"/>
          </ac:spMkLst>
        </pc:spChg>
        <pc:spChg chg="add mod">
          <ac:chgData name="Kiều Trịnh" userId="b5e8dd2f7e2de3fe" providerId="LiveId" clId="{093AEDAC-1BDE-401D-83A2-FC1A90DFFFD4}" dt="2026-10-09T05:32:47.564" v="496" actId="1076"/>
          <ac:spMkLst>
            <pc:docMk/>
            <pc:sldMk cId="2811239402" sldId="267"/>
            <ac:spMk id="112" creationId="{96E22A24-E422-FEED-CD47-4A931D1490E3}"/>
          </ac:spMkLst>
        </pc:spChg>
        <pc:spChg chg="add mod">
          <ac:chgData name="Kiều Trịnh" userId="b5e8dd2f7e2de3fe" providerId="LiveId" clId="{093AEDAC-1BDE-401D-83A2-FC1A90DFFFD4}" dt="2026-10-09T05:34:40.901" v="504" actId="164"/>
          <ac:spMkLst>
            <pc:docMk/>
            <pc:sldMk cId="2811239402" sldId="267"/>
            <ac:spMk id="114" creationId="{62236484-4EA4-756F-C0E0-CF6E5656CFA6}"/>
          </ac:spMkLst>
        </pc:spChg>
        <pc:spChg chg="add mod">
          <ac:chgData name="Kiều Trịnh" userId="b5e8dd2f7e2de3fe" providerId="LiveId" clId="{093AEDAC-1BDE-401D-83A2-FC1A90DFFFD4}" dt="2026-10-09T05:34:40.901" v="504" actId="164"/>
          <ac:spMkLst>
            <pc:docMk/>
            <pc:sldMk cId="2811239402" sldId="267"/>
            <ac:spMk id="116" creationId="{CA7A0DEE-CD1F-7006-BDCB-C85627988F9E}"/>
          </ac:spMkLst>
        </pc:spChg>
        <pc:grpChg chg="mod">
          <ac:chgData name="Kiều Trịnh" userId="b5e8dd2f7e2de3fe" providerId="LiveId" clId="{093AEDAC-1BDE-401D-83A2-FC1A90DFFFD4}" dt="2026-10-09T05:34:43.907" v="505" actId="14100"/>
          <ac:grpSpMkLst>
            <pc:docMk/>
            <pc:sldMk cId="2811239402" sldId="267"/>
            <ac:grpSpMk id="119" creationId="{DFF0504D-019E-CC61-26BC-C07F8CE5CAF6}"/>
          </ac:grpSpMkLst>
        </pc:grpChg>
        <pc:cxnChg chg="add mod">
          <ac:chgData name="Kiều Trịnh" userId="b5e8dd2f7e2de3fe" providerId="LiveId" clId="{093AEDAC-1BDE-401D-83A2-FC1A90DFFFD4}" dt="2026-10-09T05:30:57.944" v="452" actId="1076"/>
          <ac:cxnSpMkLst>
            <pc:docMk/>
            <pc:sldMk cId="2811239402" sldId="267"/>
            <ac:cxnSpMk id="38" creationId="{88F5C095-342A-0F93-388F-66DFB7E914B4}"/>
          </ac:cxnSpMkLst>
        </pc:cxnChg>
        <pc:cxnChg chg="add mod">
          <ac:chgData name="Kiều Trịnh" userId="b5e8dd2f7e2de3fe" providerId="LiveId" clId="{093AEDAC-1BDE-401D-83A2-FC1A90DFFFD4}" dt="2026-10-09T05:30:57.944" v="452" actId="1076"/>
          <ac:cxnSpMkLst>
            <pc:docMk/>
            <pc:sldMk cId="2811239402" sldId="267"/>
            <ac:cxnSpMk id="40" creationId="{0390D279-BB1A-15EB-EF0D-5D72004023D4}"/>
          </ac:cxnSpMkLst>
        </pc:cxnChg>
        <pc:cxnChg chg="add mod">
          <ac:chgData name="Kiều Trịnh" userId="b5e8dd2f7e2de3fe" providerId="LiveId" clId="{093AEDAC-1BDE-401D-83A2-FC1A90DFFFD4}" dt="2026-10-09T05:30:42.850" v="449" actId="1076"/>
          <ac:cxnSpMkLst>
            <pc:docMk/>
            <pc:sldMk cId="2811239402" sldId="267"/>
            <ac:cxnSpMk id="42" creationId="{92CFAACC-7B4A-AA3C-647B-3723FD2851D5}"/>
          </ac:cxnSpMkLst>
        </pc:cxnChg>
        <pc:cxnChg chg="add mod">
          <ac:chgData name="Kiều Trịnh" userId="b5e8dd2f7e2de3fe" providerId="LiveId" clId="{093AEDAC-1BDE-401D-83A2-FC1A90DFFFD4}" dt="2026-10-09T05:30:57.944" v="452" actId="1076"/>
          <ac:cxnSpMkLst>
            <pc:docMk/>
            <pc:sldMk cId="2811239402" sldId="267"/>
            <ac:cxnSpMk id="44" creationId="{466C81F7-380F-83F9-1C4C-EF3B08C0EEF8}"/>
          </ac:cxnSpMkLst>
        </pc:cxnChg>
        <pc:cxnChg chg="add mod">
          <ac:chgData name="Kiều Trịnh" userId="b5e8dd2f7e2de3fe" providerId="LiveId" clId="{093AEDAC-1BDE-401D-83A2-FC1A90DFFFD4}" dt="2026-10-09T05:30:57.944" v="452" actId="1076"/>
          <ac:cxnSpMkLst>
            <pc:docMk/>
            <pc:sldMk cId="2811239402" sldId="267"/>
            <ac:cxnSpMk id="49" creationId="{4ADA984E-B8F4-F528-4915-4C8725568DC5}"/>
          </ac:cxnSpMkLst>
        </pc:cxnChg>
        <pc:cxnChg chg="add mod">
          <ac:chgData name="Kiều Trịnh" userId="b5e8dd2f7e2de3fe" providerId="LiveId" clId="{093AEDAC-1BDE-401D-83A2-FC1A90DFFFD4}" dt="2026-10-09T05:31:31.009" v="460" actId="1076"/>
          <ac:cxnSpMkLst>
            <pc:docMk/>
            <pc:sldMk cId="2811239402" sldId="267"/>
            <ac:cxnSpMk id="51" creationId="{773640C0-7D67-ABE5-D27F-3473F881C1D1}"/>
          </ac:cxnSpMkLst>
        </pc:cxnChg>
        <pc:cxnChg chg="add mod">
          <ac:chgData name="Kiều Trịnh" userId="b5e8dd2f7e2de3fe" providerId="LiveId" clId="{093AEDAC-1BDE-401D-83A2-FC1A90DFFFD4}" dt="2026-10-09T05:31:31.009" v="460" actId="1076"/>
          <ac:cxnSpMkLst>
            <pc:docMk/>
            <pc:sldMk cId="2811239402" sldId="267"/>
            <ac:cxnSpMk id="53" creationId="{30A7B48F-6E4E-60DF-615F-7F46FEA9F38C}"/>
          </ac:cxnSpMkLst>
        </pc:cxnChg>
        <pc:cxnChg chg="add mod">
          <ac:chgData name="Kiều Trịnh" userId="b5e8dd2f7e2de3fe" providerId="LiveId" clId="{093AEDAC-1BDE-401D-83A2-FC1A90DFFFD4}" dt="2026-10-09T05:31:43.679" v="463" actId="1076"/>
          <ac:cxnSpMkLst>
            <pc:docMk/>
            <pc:sldMk cId="2811239402" sldId="267"/>
            <ac:cxnSpMk id="57" creationId="{CC2CA0F8-8F51-57F5-55F6-BD91E8D284ED}"/>
          </ac:cxnSpMkLst>
        </pc:cxnChg>
        <pc:cxnChg chg="add mod">
          <ac:chgData name="Kiều Trịnh" userId="b5e8dd2f7e2de3fe" providerId="LiveId" clId="{093AEDAC-1BDE-401D-83A2-FC1A90DFFFD4}" dt="2026-10-09T05:31:46.410" v="464" actId="1076"/>
          <ac:cxnSpMkLst>
            <pc:docMk/>
            <pc:sldMk cId="2811239402" sldId="267"/>
            <ac:cxnSpMk id="59" creationId="{FFAC21ED-ACE7-A53E-2F8F-CA817416A6EE}"/>
          </ac:cxnSpMkLst>
        </pc:cxnChg>
        <pc:cxnChg chg="add mod">
          <ac:chgData name="Kiều Trịnh" userId="b5e8dd2f7e2de3fe" providerId="LiveId" clId="{093AEDAC-1BDE-401D-83A2-FC1A90DFFFD4}" dt="2026-10-09T05:31:31.009" v="460" actId="1076"/>
          <ac:cxnSpMkLst>
            <pc:docMk/>
            <pc:sldMk cId="2811239402" sldId="267"/>
            <ac:cxnSpMk id="61" creationId="{CE08F5B9-0A3D-BA5E-F77E-FB41FD629EF7}"/>
          </ac:cxnSpMkLst>
        </pc:cxnChg>
        <pc:cxnChg chg="add mod">
          <ac:chgData name="Kiều Trịnh" userId="b5e8dd2f7e2de3fe" providerId="LiveId" clId="{093AEDAC-1BDE-401D-83A2-FC1A90DFFFD4}" dt="2026-10-09T05:31:46.410" v="464" actId="1076"/>
          <ac:cxnSpMkLst>
            <pc:docMk/>
            <pc:sldMk cId="2811239402" sldId="267"/>
            <ac:cxnSpMk id="63" creationId="{8C082D98-FB1E-7992-3EBE-CCD83B0071DA}"/>
          </ac:cxnSpMkLst>
        </pc:cxnChg>
        <pc:cxnChg chg="add mod">
          <ac:chgData name="Kiều Trịnh" userId="b5e8dd2f7e2de3fe" providerId="LiveId" clId="{093AEDAC-1BDE-401D-83A2-FC1A90DFFFD4}" dt="2026-10-09T05:30:36.471" v="447" actId="1076"/>
          <ac:cxnSpMkLst>
            <pc:docMk/>
            <pc:sldMk cId="2811239402" sldId="267"/>
            <ac:cxnSpMk id="82" creationId="{F01D1E20-51B8-C75A-74DA-58C623B083EF}"/>
          </ac:cxnSpMkLst>
        </pc:cxnChg>
        <pc:cxnChg chg="add mod">
          <ac:chgData name="Kiều Trịnh" userId="b5e8dd2f7e2de3fe" providerId="LiveId" clId="{093AEDAC-1BDE-401D-83A2-FC1A90DFFFD4}" dt="2026-10-09T05:32:24.127" v="482" actId="14100"/>
          <ac:cxnSpMkLst>
            <pc:docMk/>
            <pc:sldMk cId="2811239402" sldId="267"/>
            <ac:cxnSpMk id="96" creationId="{71D9FB06-802A-D540-5795-75B578945987}"/>
          </ac:cxnSpMkLst>
        </pc:cxnChg>
        <pc:cxnChg chg="add">
          <ac:chgData name="Kiều Trịnh" userId="b5e8dd2f7e2de3fe" providerId="LiveId" clId="{093AEDAC-1BDE-401D-83A2-FC1A90DFFFD4}" dt="2026-10-09T05:31:51.493" v="465" actId="11529"/>
          <ac:cxnSpMkLst>
            <pc:docMk/>
            <pc:sldMk cId="2811239402" sldId="267"/>
            <ac:cxnSpMk id="105" creationId="{C69F9CC9-B464-9454-CC81-15BAF38E7115}"/>
          </ac:cxnSpMkLst>
        </pc:cxnChg>
        <pc:cxnChg chg="add">
          <ac:chgData name="Kiều Trịnh" userId="b5e8dd2f7e2de3fe" providerId="LiveId" clId="{093AEDAC-1BDE-401D-83A2-FC1A90DFFFD4}" dt="2026-10-09T05:33:05.019" v="501" actId="11529"/>
          <ac:cxnSpMkLst>
            <pc:docMk/>
            <pc:sldMk cId="2811239402" sldId="267"/>
            <ac:cxnSpMk id="118" creationId="{507B3ACE-5F55-C50B-5DFC-6DEF72F6E6B8}"/>
          </ac:cxnSpMkLst>
        </pc:cxnChg>
      </pc:sldChg>
      <pc:sldChg chg="addSp modSp new mod">
        <pc:chgData name="Kiều Trịnh" userId="b5e8dd2f7e2de3fe" providerId="LiveId" clId="{093AEDAC-1BDE-401D-83A2-FC1A90DFFFD4}" dt="2026-10-09T11:11:37.431" v="803" actId="20577"/>
        <pc:sldMkLst>
          <pc:docMk/>
          <pc:sldMk cId="1298214363" sldId="268"/>
        </pc:sldMkLst>
        <pc:spChg chg="add mod">
          <ac:chgData name="Kiều Trịnh" userId="b5e8dd2f7e2de3fe" providerId="LiveId" clId="{093AEDAC-1BDE-401D-83A2-FC1A90DFFFD4}" dt="2026-10-09T11:11:25.450" v="781" actId="1076"/>
          <ac:spMkLst>
            <pc:docMk/>
            <pc:sldMk cId="1298214363" sldId="268"/>
            <ac:spMk id="2" creationId="{2366F0D2-61C2-BDF8-2511-639B2C69319F}"/>
          </ac:spMkLst>
        </pc:spChg>
        <pc:spChg chg="add mod">
          <ac:chgData name="Kiều Trịnh" userId="b5e8dd2f7e2de3fe" providerId="LiveId" clId="{093AEDAC-1BDE-401D-83A2-FC1A90DFFFD4}" dt="2026-10-09T11:11:37.431" v="803" actId="20577"/>
          <ac:spMkLst>
            <pc:docMk/>
            <pc:sldMk cId="1298214363" sldId="268"/>
            <ac:spMk id="3" creationId="{E9869242-7FE2-D598-244F-2495AFF591E8}"/>
          </ac:spMkLst>
        </pc:spChg>
      </pc:sldChg>
      <pc:sldChg chg="addSp delSp modSp new mod">
        <pc:chgData name="Kiều Trịnh" userId="b5e8dd2f7e2de3fe" providerId="LiveId" clId="{093AEDAC-1BDE-401D-83A2-FC1A90DFFFD4}" dt="2026-10-09T12:22:08.028" v="1157" actId="164"/>
        <pc:sldMkLst>
          <pc:docMk/>
          <pc:sldMk cId="832512801" sldId="269"/>
        </pc:sldMkLst>
        <pc:spChg chg="add mod">
          <ac:chgData name="Kiều Trịnh" userId="b5e8dd2f7e2de3fe" providerId="LiveId" clId="{093AEDAC-1BDE-401D-83A2-FC1A90DFFFD4}" dt="2026-10-09T12:19:42.876" v="955" actId="14100"/>
          <ac:spMkLst>
            <pc:docMk/>
            <pc:sldMk cId="832512801" sldId="269"/>
            <ac:spMk id="2" creationId="{461979D4-D0CC-8020-47CD-309390B3709D}"/>
          </ac:spMkLst>
        </pc:spChg>
        <pc:spChg chg="add mod">
          <ac:chgData name="Kiều Trịnh" userId="b5e8dd2f7e2de3fe" providerId="LiveId" clId="{093AEDAC-1BDE-401D-83A2-FC1A90DFFFD4}" dt="2026-10-09T12:22:08.028" v="1157" actId="164"/>
          <ac:spMkLst>
            <pc:docMk/>
            <pc:sldMk cId="832512801" sldId="269"/>
            <ac:spMk id="4" creationId="{A6E1E16B-817E-0F1C-E3F9-25F7E62B7849}"/>
          </ac:spMkLst>
        </pc:spChg>
        <pc:spChg chg="add mod">
          <ac:chgData name="Kiều Trịnh" userId="b5e8dd2f7e2de3fe" providerId="LiveId" clId="{093AEDAC-1BDE-401D-83A2-FC1A90DFFFD4}" dt="2026-10-09T12:19:38.194" v="953" actId="14100"/>
          <ac:spMkLst>
            <pc:docMk/>
            <pc:sldMk cId="832512801" sldId="269"/>
            <ac:spMk id="6" creationId="{C26B54E3-3491-970E-F136-ECD1479A671E}"/>
          </ac:spMkLst>
        </pc:spChg>
        <pc:spChg chg="add mod">
          <ac:chgData name="Kiều Trịnh" userId="b5e8dd2f7e2de3fe" providerId="LiveId" clId="{093AEDAC-1BDE-401D-83A2-FC1A90DFFFD4}" dt="2026-10-09T12:22:08.028" v="1157" actId="164"/>
          <ac:spMkLst>
            <pc:docMk/>
            <pc:sldMk cId="832512801" sldId="269"/>
            <ac:spMk id="8" creationId="{8FEA8D66-DA58-1BA4-3BB9-C83CC81072A4}"/>
          </ac:spMkLst>
        </pc:spChg>
        <pc:spChg chg="add mod">
          <ac:chgData name="Kiều Trịnh" userId="b5e8dd2f7e2de3fe" providerId="LiveId" clId="{093AEDAC-1BDE-401D-83A2-FC1A90DFFFD4}" dt="2026-10-09T12:19:46.848" v="957" actId="14100"/>
          <ac:spMkLst>
            <pc:docMk/>
            <pc:sldMk cId="832512801" sldId="269"/>
            <ac:spMk id="10" creationId="{57B5864B-8D8C-4E0A-3084-26A8A7B3C972}"/>
          </ac:spMkLst>
        </pc:spChg>
        <pc:spChg chg="add mod">
          <ac:chgData name="Kiều Trịnh" userId="b5e8dd2f7e2de3fe" providerId="LiveId" clId="{093AEDAC-1BDE-401D-83A2-FC1A90DFFFD4}" dt="2026-10-09T12:22:08.028" v="1157" actId="164"/>
          <ac:spMkLst>
            <pc:docMk/>
            <pc:sldMk cId="832512801" sldId="269"/>
            <ac:spMk id="13" creationId="{41CB49B4-5AA5-D67E-6A18-472CB9C5A0DE}"/>
          </ac:spMkLst>
        </pc:spChg>
        <pc:spChg chg="add mod">
          <ac:chgData name="Kiều Trịnh" userId="b5e8dd2f7e2de3fe" providerId="LiveId" clId="{093AEDAC-1BDE-401D-83A2-FC1A90DFFFD4}" dt="2026-10-09T12:22:08.028" v="1157" actId="164"/>
          <ac:spMkLst>
            <pc:docMk/>
            <pc:sldMk cId="832512801" sldId="269"/>
            <ac:spMk id="14" creationId="{75D951C4-10DA-1F16-9216-87D8FF5D565E}"/>
          </ac:spMkLst>
        </pc:spChg>
        <pc:spChg chg="add mod">
          <ac:chgData name="Kiều Trịnh" userId="b5e8dd2f7e2de3fe" providerId="LiveId" clId="{093AEDAC-1BDE-401D-83A2-FC1A90DFFFD4}" dt="2026-10-09T12:22:08.028" v="1157" actId="164"/>
          <ac:spMkLst>
            <pc:docMk/>
            <pc:sldMk cId="832512801" sldId="269"/>
            <ac:spMk id="15" creationId="{D34DF84B-6A2F-1579-1922-9AD811A34435}"/>
          </ac:spMkLst>
        </pc:spChg>
        <pc:spChg chg="add mod">
          <ac:chgData name="Kiều Trịnh" userId="b5e8dd2f7e2de3fe" providerId="LiveId" clId="{093AEDAC-1BDE-401D-83A2-FC1A90DFFFD4}" dt="2026-10-09T12:22:08.028" v="1157" actId="164"/>
          <ac:spMkLst>
            <pc:docMk/>
            <pc:sldMk cId="832512801" sldId="269"/>
            <ac:spMk id="17" creationId="{E367637A-DD31-BBFF-83C9-074727989BBF}"/>
          </ac:spMkLst>
        </pc:spChg>
        <pc:spChg chg="add mod">
          <ac:chgData name="Kiều Trịnh" userId="b5e8dd2f7e2de3fe" providerId="LiveId" clId="{093AEDAC-1BDE-401D-83A2-FC1A90DFFFD4}" dt="2026-10-09T12:22:08.028" v="1157" actId="164"/>
          <ac:spMkLst>
            <pc:docMk/>
            <pc:sldMk cId="832512801" sldId="269"/>
            <ac:spMk id="18" creationId="{58517E9F-22AA-556E-217D-BFCA82184530}"/>
          </ac:spMkLst>
        </pc:spChg>
        <pc:spChg chg="add mod">
          <ac:chgData name="Kiều Trịnh" userId="b5e8dd2f7e2de3fe" providerId="LiveId" clId="{093AEDAC-1BDE-401D-83A2-FC1A90DFFFD4}" dt="2026-10-09T12:22:08.028" v="1157" actId="164"/>
          <ac:spMkLst>
            <pc:docMk/>
            <pc:sldMk cId="832512801" sldId="269"/>
            <ac:spMk id="19" creationId="{16D435C6-2C87-9DEE-91A8-86E5FA05165E}"/>
          </ac:spMkLst>
        </pc:spChg>
        <pc:spChg chg="add mod">
          <ac:chgData name="Kiều Trịnh" userId="b5e8dd2f7e2de3fe" providerId="LiveId" clId="{093AEDAC-1BDE-401D-83A2-FC1A90DFFFD4}" dt="2026-10-09T12:20:38.376" v="1042" actId="1076"/>
          <ac:spMkLst>
            <pc:docMk/>
            <pc:sldMk cId="832512801" sldId="269"/>
            <ac:spMk id="20" creationId="{2A70C0F3-9201-446B-394C-D27CF3F858A4}"/>
          </ac:spMkLst>
        </pc:spChg>
        <pc:spChg chg="add mod">
          <ac:chgData name="Kiều Trịnh" userId="b5e8dd2f7e2de3fe" providerId="LiveId" clId="{093AEDAC-1BDE-401D-83A2-FC1A90DFFFD4}" dt="2026-10-09T12:21:53.031" v="1153" actId="1076"/>
          <ac:spMkLst>
            <pc:docMk/>
            <pc:sldMk cId="832512801" sldId="269"/>
            <ac:spMk id="21" creationId="{74E024D6-65F8-0AB2-1131-BD7E6A113792}"/>
          </ac:spMkLst>
        </pc:spChg>
        <pc:spChg chg="add mod">
          <ac:chgData name="Kiều Trịnh" userId="b5e8dd2f7e2de3fe" providerId="LiveId" clId="{093AEDAC-1BDE-401D-83A2-FC1A90DFFFD4}" dt="2026-10-09T12:22:08.028" v="1157" actId="164"/>
          <ac:spMkLst>
            <pc:docMk/>
            <pc:sldMk cId="832512801" sldId="269"/>
            <ac:spMk id="22" creationId="{D2AAB2E3-2B7D-A341-C528-6AAA1EF25FC2}"/>
          </ac:spMkLst>
        </pc:spChg>
        <pc:spChg chg="add mod">
          <ac:chgData name="Kiều Trịnh" userId="b5e8dd2f7e2de3fe" providerId="LiveId" clId="{093AEDAC-1BDE-401D-83A2-FC1A90DFFFD4}" dt="2026-10-09T12:22:08.028" v="1157" actId="164"/>
          <ac:spMkLst>
            <pc:docMk/>
            <pc:sldMk cId="832512801" sldId="269"/>
            <ac:spMk id="23" creationId="{C572A51B-BD03-B139-8F3E-CDE922D61C17}"/>
          </ac:spMkLst>
        </pc:spChg>
      </pc:sldChg>
      <pc:sldChg chg="addSp modSp new mod">
        <pc:chgData name="Kiều Trịnh" userId="b5e8dd2f7e2de3fe" providerId="LiveId" clId="{093AEDAC-1BDE-401D-83A2-FC1A90DFFFD4}" dt="2026-10-10T03:05:03.131" v="1195" actId="1076"/>
        <pc:sldMkLst>
          <pc:docMk/>
          <pc:sldMk cId="193052891" sldId="270"/>
        </pc:sldMkLst>
        <pc:spChg chg="add mod">
          <ac:chgData name="Kiều Trịnh" userId="b5e8dd2f7e2de3fe" providerId="LiveId" clId="{093AEDAC-1BDE-401D-83A2-FC1A90DFFFD4}" dt="2026-10-10T03:04:19.807" v="1189" actId="1076"/>
          <ac:spMkLst>
            <pc:docMk/>
            <pc:sldMk cId="193052891" sldId="270"/>
            <ac:spMk id="2" creationId="{E2361DE4-5E27-4481-9F77-50554040D78C}"/>
          </ac:spMkLst>
        </pc:spChg>
        <pc:spChg chg="add mod">
          <ac:chgData name="Kiều Trịnh" userId="b5e8dd2f7e2de3fe" providerId="LiveId" clId="{093AEDAC-1BDE-401D-83A2-FC1A90DFFFD4}" dt="2026-10-10T03:04:56.861" v="1194" actId="1076"/>
          <ac:spMkLst>
            <pc:docMk/>
            <pc:sldMk cId="193052891" sldId="270"/>
            <ac:spMk id="3" creationId="{8B23DBEC-A51F-68D1-7CCA-3D2BC1ACC654}"/>
          </ac:spMkLst>
        </pc:spChg>
        <pc:spChg chg="add mod">
          <ac:chgData name="Kiều Trịnh" userId="b5e8dd2f7e2de3fe" providerId="LiveId" clId="{093AEDAC-1BDE-401D-83A2-FC1A90DFFFD4}" dt="2026-10-10T03:04:56.861" v="1194" actId="1076"/>
          <ac:spMkLst>
            <pc:docMk/>
            <pc:sldMk cId="193052891" sldId="270"/>
            <ac:spMk id="5" creationId="{F4053A92-D203-D727-E9A6-AEBD386E7D1B}"/>
          </ac:spMkLst>
        </pc:spChg>
        <pc:spChg chg="add mod">
          <ac:chgData name="Kiều Trịnh" userId="b5e8dd2f7e2de3fe" providerId="LiveId" clId="{093AEDAC-1BDE-401D-83A2-FC1A90DFFFD4}" dt="2026-10-10T03:04:56.861" v="1194" actId="1076"/>
          <ac:spMkLst>
            <pc:docMk/>
            <pc:sldMk cId="193052891" sldId="270"/>
            <ac:spMk id="7" creationId="{36C598A7-AA90-85E7-D760-9BCA2F713200}"/>
          </ac:spMkLst>
        </pc:spChg>
        <pc:spChg chg="add mod">
          <ac:chgData name="Kiều Trịnh" userId="b5e8dd2f7e2de3fe" providerId="LiveId" clId="{093AEDAC-1BDE-401D-83A2-FC1A90DFFFD4}" dt="2026-10-10T03:05:03.131" v="1195" actId="1076"/>
          <ac:spMkLst>
            <pc:docMk/>
            <pc:sldMk cId="193052891" sldId="270"/>
            <ac:spMk id="9" creationId="{FEC151DE-31CB-374B-DF6C-39DCC6E7FC42}"/>
          </ac:spMkLst>
        </pc:spChg>
        <pc:spChg chg="add mod">
          <ac:chgData name="Kiều Trịnh" userId="b5e8dd2f7e2de3fe" providerId="LiveId" clId="{093AEDAC-1BDE-401D-83A2-FC1A90DFFFD4}" dt="2026-10-10T03:04:49.466" v="1192" actId="1076"/>
          <ac:spMkLst>
            <pc:docMk/>
            <pc:sldMk cId="193052891" sldId="270"/>
            <ac:spMk id="11" creationId="{6E019F9F-082B-0524-A388-8AFB7FE8AA29}"/>
          </ac:spMkLst>
        </pc:spChg>
      </pc:sldChg>
      <pc:sldChg chg="addSp modSp new mod">
        <pc:chgData name="Kiều Trịnh" userId="b5e8dd2f7e2de3fe" providerId="LiveId" clId="{093AEDAC-1BDE-401D-83A2-FC1A90DFFFD4}" dt="2026-10-10T14:57:48.466" v="1206" actId="1076"/>
        <pc:sldMkLst>
          <pc:docMk/>
          <pc:sldMk cId="902562325" sldId="271"/>
        </pc:sldMkLst>
        <pc:picChg chg="add mod">
          <ac:chgData name="Kiều Trịnh" userId="b5e8dd2f7e2de3fe" providerId="LiveId" clId="{093AEDAC-1BDE-401D-83A2-FC1A90DFFFD4}" dt="2026-10-10T14:57:40.223" v="1201" actId="1076"/>
          <ac:picMkLst>
            <pc:docMk/>
            <pc:sldMk cId="902562325" sldId="271"/>
            <ac:picMk id="2" creationId="{75054D35-9BCD-D8A0-971C-08D575F2970B}"/>
          </ac:picMkLst>
        </pc:picChg>
        <pc:picChg chg="add mod">
          <ac:chgData name="Kiều Trịnh" userId="b5e8dd2f7e2de3fe" providerId="LiveId" clId="{093AEDAC-1BDE-401D-83A2-FC1A90DFFFD4}" dt="2026-10-10T14:57:48.466" v="1206" actId="1076"/>
          <ac:picMkLst>
            <pc:docMk/>
            <pc:sldMk cId="902562325" sldId="271"/>
            <ac:picMk id="3" creationId="{115F6015-383B-C6A5-D22F-91C6B115A54E}"/>
          </ac:picMkLst>
        </pc:picChg>
      </pc:sldChg>
      <pc:sldChg chg="addSp modSp new mod setBg">
        <pc:chgData name="Kiều Trịnh" userId="b5e8dd2f7e2de3fe" providerId="LiveId" clId="{093AEDAC-1BDE-401D-83A2-FC1A90DFFFD4}" dt="2026-10-10T15:10:32.824" v="1214" actId="26606"/>
        <pc:sldMkLst>
          <pc:docMk/>
          <pc:sldMk cId="4166742102" sldId="272"/>
        </pc:sldMkLst>
        <pc:picChg chg="add mod">
          <ac:chgData name="Kiều Trịnh" userId="b5e8dd2f7e2de3fe" providerId="LiveId" clId="{093AEDAC-1BDE-401D-83A2-FC1A90DFFFD4}" dt="2026-10-10T15:10:32.824" v="1214" actId="26606"/>
          <ac:picMkLst>
            <pc:docMk/>
            <pc:sldMk cId="4166742102" sldId="272"/>
            <ac:picMk id="2" creationId="{5257817E-7F5A-FB42-A3A6-B36804D040B2}"/>
          </ac:picMkLst>
        </pc:picChg>
        <pc:picChg chg="add mod">
          <ac:chgData name="Kiều Trịnh" userId="b5e8dd2f7e2de3fe" providerId="LiveId" clId="{093AEDAC-1BDE-401D-83A2-FC1A90DFFFD4}" dt="2026-10-10T15:10:32.824" v="1214" actId="26606"/>
          <ac:picMkLst>
            <pc:docMk/>
            <pc:sldMk cId="4166742102" sldId="272"/>
            <ac:picMk id="3" creationId="{12E00E95-D922-41D1-D59A-8C0B7262250B}"/>
          </ac:picMkLst>
        </pc:picChg>
      </pc:sldChg>
      <pc:sldChg chg="addSp delSp modSp new mod">
        <pc:chgData name="Kiều Trịnh" userId="b5e8dd2f7e2de3fe" providerId="LiveId" clId="{093AEDAC-1BDE-401D-83A2-FC1A90DFFFD4}" dt="2026-10-11T07:58:17.482" v="1800" actId="20577"/>
        <pc:sldMkLst>
          <pc:docMk/>
          <pc:sldMk cId="2386893405" sldId="273"/>
        </pc:sldMkLst>
        <pc:spChg chg="add mod">
          <ac:chgData name="Kiều Trịnh" userId="b5e8dd2f7e2de3fe" providerId="LiveId" clId="{093AEDAC-1BDE-401D-83A2-FC1A90DFFFD4}" dt="2026-10-11T04:20:47.255" v="1563" actId="164"/>
          <ac:spMkLst>
            <pc:docMk/>
            <pc:sldMk cId="2386893405" sldId="273"/>
            <ac:spMk id="2" creationId="{2E569181-D76F-9330-53D9-694C6982AEBC}"/>
          </ac:spMkLst>
        </pc:spChg>
        <pc:spChg chg="add mod">
          <ac:chgData name="Kiều Trịnh" userId="b5e8dd2f7e2de3fe" providerId="LiveId" clId="{093AEDAC-1BDE-401D-83A2-FC1A90DFFFD4}" dt="2026-10-11T03:36:26.872" v="1415" actId="1076"/>
          <ac:spMkLst>
            <pc:docMk/>
            <pc:sldMk cId="2386893405" sldId="273"/>
            <ac:spMk id="3" creationId="{2DB8D703-2195-B915-C393-3A9D8B487368}"/>
          </ac:spMkLst>
        </pc:spChg>
        <pc:spChg chg="add mod">
          <ac:chgData name="Kiều Trịnh" userId="b5e8dd2f7e2de3fe" providerId="LiveId" clId="{093AEDAC-1BDE-401D-83A2-FC1A90DFFFD4}" dt="2026-10-11T04:20:47.255" v="1563" actId="164"/>
          <ac:spMkLst>
            <pc:docMk/>
            <pc:sldMk cId="2386893405" sldId="273"/>
            <ac:spMk id="4" creationId="{759A3124-E798-176E-F4AC-377811A72798}"/>
          </ac:spMkLst>
        </pc:spChg>
        <pc:spChg chg="add mod">
          <ac:chgData name="Kiều Trịnh" userId="b5e8dd2f7e2de3fe" providerId="LiveId" clId="{093AEDAC-1BDE-401D-83A2-FC1A90DFFFD4}" dt="2026-10-11T04:20:47.255" v="1563" actId="164"/>
          <ac:spMkLst>
            <pc:docMk/>
            <pc:sldMk cId="2386893405" sldId="273"/>
            <ac:spMk id="5" creationId="{42E16757-DEDE-609C-1AE7-19216C96C4B2}"/>
          </ac:spMkLst>
        </pc:spChg>
        <pc:spChg chg="add mod">
          <ac:chgData name="Kiều Trịnh" userId="b5e8dd2f7e2de3fe" providerId="LiveId" clId="{093AEDAC-1BDE-401D-83A2-FC1A90DFFFD4}" dt="2026-10-11T03:42:11.939" v="1491" actId="1076"/>
          <ac:spMkLst>
            <pc:docMk/>
            <pc:sldMk cId="2386893405" sldId="273"/>
            <ac:spMk id="6" creationId="{33779DAB-3E2E-4541-08F1-873359BB38CE}"/>
          </ac:spMkLst>
        </pc:spChg>
        <pc:spChg chg="add mod">
          <ac:chgData name="Kiều Trịnh" userId="b5e8dd2f7e2de3fe" providerId="LiveId" clId="{093AEDAC-1BDE-401D-83A2-FC1A90DFFFD4}" dt="2026-10-11T04:20:47.255" v="1563" actId="164"/>
          <ac:spMkLst>
            <pc:docMk/>
            <pc:sldMk cId="2386893405" sldId="273"/>
            <ac:spMk id="7" creationId="{41FBCAE0-62F5-0E1B-F132-5761B34E03E2}"/>
          </ac:spMkLst>
        </pc:spChg>
        <pc:spChg chg="add mod">
          <ac:chgData name="Kiều Trịnh" userId="b5e8dd2f7e2de3fe" providerId="LiveId" clId="{093AEDAC-1BDE-401D-83A2-FC1A90DFFFD4}" dt="2026-10-11T04:20:47.255" v="1563" actId="164"/>
          <ac:spMkLst>
            <pc:docMk/>
            <pc:sldMk cId="2386893405" sldId="273"/>
            <ac:spMk id="9" creationId="{082F4EF5-4FAF-4AEB-00C6-621FEF3001C5}"/>
          </ac:spMkLst>
        </pc:spChg>
        <pc:spChg chg="add mod">
          <ac:chgData name="Kiều Trịnh" userId="b5e8dd2f7e2de3fe" providerId="LiveId" clId="{093AEDAC-1BDE-401D-83A2-FC1A90DFFFD4}" dt="2026-10-11T04:20:47.255" v="1563" actId="164"/>
          <ac:spMkLst>
            <pc:docMk/>
            <pc:sldMk cId="2386893405" sldId="273"/>
            <ac:spMk id="11" creationId="{DEA0EC6D-79FE-4899-9308-543C8D48B2C3}"/>
          </ac:spMkLst>
        </pc:spChg>
        <pc:spChg chg="add mod">
          <ac:chgData name="Kiều Trịnh" userId="b5e8dd2f7e2de3fe" providerId="LiveId" clId="{093AEDAC-1BDE-401D-83A2-FC1A90DFFFD4}" dt="2026-10-11T04:20:47.255" v="1563" actId="164"/>
          <ac:spMkLst>
            <pc:docMk/>
            <pc:sldMk cId="2386893405" sldId="273"/>
            <ac:spMk id="13" creationId="{085251B1-28C8-7B18-C530-740D56801FE2}"/>
          </ac:spMkLst>
        </pc:spChg>
        <pc:spChg chg="add mod">
          <ac:chgData name="Kiều Trịnh" userId="b5e8dd2f7e2de3fe" providerId="LiveId" clId="{093AEDAC-1BDE-401D-83A2-FC1A90DFFFD4}" dt="2026-10-11T04:20:47.255" v="1563" actId="164"/>
          <ac:spMkLst>
            <pc:docMk/>
            <pc:sldMk cId="2386893405" sldId="273"/>
            <ac:spMk id="15" creationId="{BCED04F8-0D3F-C832-131E-D6582839940D}"/>
          </ac:spMkLst>
        </pc:spChg>
        <pc:spChg chg="add del mod">
          <ac:chgData name="Kiều Trịnh" userId="b5e8dd2f7e2de3fe" providerId="LiveId" clId="{093AEDAC-1BDE-401D-83A2-FC1A90DFFFD4}" dt="2026-10-11T04:20:38.095" v="1560" actId="478"/>
          <ac:spMkLst>
            <pc:docMk/>
            <pc:sldMk cId="2386893405" sldId="273"/>
            <ac:spMk id="16" creationId="{20F6821D-3E33-1C77-2E65-CC1FAA295710}"/>
          </ac:spMkLst>
        </pc:spChg>
        <pc:spChg chg="add del mod">
          <ac:chgData name="Kiều Trịnh" userId="b5e8dd2f7e2de3fe" providerId="LiveId" clId="{093AEDAC-1BDE-401D-83A2-FC1A90DFFFD4}" dt="2026-10-11T04:20:42.682" v="1562" actId="478"/>
          <ac:spMkLst>
            <pc:docMk/>
            <pc:sldMk cId="2386893405" sldId="273"/>
            <ac:spMk id="17" creationId="{8C1EE349-8FEF-A932-60B7-37BF6ABE871A}"/>
          </ac:spMkLst>
        </pc:spChg>
        <pc:spChg chg="add mod">
          <ac:chgData name="Kiều Trịnh" userId="b5e8dd2f7e2de3fe" providerId="LiveId" clId="{093AEDAC-1BDE-401D-83A2-FC1A90DFFFD4}" dt="2026-10-11T07:58:17.482" v="1800" actId="20577"/>
          <ac:spMkLst>
            <pc:docMk/>
            <pc:sldMk cId="2386893405" sldId="273"/>
            <ac:spMk id="18" creationId="{3FC1942F-91F1-1407-6944-57E2FD178D09}"/>
          </ac:spMkLst>
        </pc:spChg>
        <pc:spChg chg="add del mod">
          <ac:chgData name="Kiều Trịnh" userId="b5e8dd2f7e2de3fe" providerId="LiveId" clId="{093AEDAC-1BDE-401D-83A2-FC1A90DFFFD4}" dt="2026-10-11T04:20:36.824" v="1559" actId="478"/>
          <ac:spMkLst>
            <pc:docMk/>
            <pc:sldMk cId="2386893405" sldId="273"/>
            <ac:spMk id="19" creationId="{17BF2E5F-3A1F-FE02-7635-281E1C038877}"/>
          </ac:spMkLst>
        </pc:spChg>
        <pc:spChg chg="add del mod">
          <ac:chgData name="Kiều Trịnh" userId="b5e8dd2f7e2de3fe" providerId="LiveId" clId="{093AEDAC-1BDE-401D-83A2-FC1A90DFFFD4}" dt="2026-10-11T04:20:36.824" v="1559" actId="478"/>
          <ac:spMkLst>
            <pc:docMk/>
            <pc:sldMk cId="2386893405" sldId="273"/>
            <ac:spMk id="20" creationId="{568E39AB-C213-4893-B178-FF35C9FE1C76}"/>
          </ac:spMkLst>
        </pc:spChg>
        <pc:spChg chg="add del mod">
          <ac:chgData name="Kiều Trịnh" userId="b5e8dd2f7e2de3fe" providerId="LiveId" clId="{093AEDAC-1BDE-401D-83A2-FC1A90DFFFD4}" dt="2026-10-11T04:20:41.333" v="1561" actId="478"/>
          <ac:spMkLst>
            <pc:docMk/>
            <pc:sldMk cId="2386893405" sldId="273"/>
            <ac:spMk id="21" creationId="{E022C399-629D-CAE1-BDA4-2F5B91FB0A7F}"/>
          </ac:spMkLst>
        </pc:spChg>
        <pc:spChg chg="add mod">
          <ac:chgData name="Kiều Trịnh" userId="b5e8dd2f7e2de3fe" providerId="LiveId" clId="{093AEDAC-1BDE-401D-83A2-FC1A90DFFFD4}" dt="2026-10-11T03:39:34.249" v="1453" actId="1076"/>
          <ac:spMkLst>
            <pc:docMk/>
            <pc:sldMk cId="2386893405" sldId="273"/>
            <ac:spMk id="22" creationId="{07409D9E-F55C-E3A6-2199-2741E545AD7E}"/>
          </ac:spMkLst>
        </pc:spChg>
        <pc:spChg chg="add mod">
          <ac:chgData name="Kiều Trịnh" userId="b5e8dd2f7e2de3fe" providerId="LiveId" clId="{093AEDAC-1BDE-401D-83A2-FC1A90DFFFD4}" dt="2026-10-11T03:39:34.249" v="1453" actId="1076"/>
          <ac:spMkLst>
            <pc:docMk/>
            <pc:sldMk cId="2386893405" sldId="273"/>
            <ac:spMk id="35" creationId="{1FFBE4E7-0240-DDE1-5BEC-7A602623B127}"/>
          </ac:spMkLst>
        </pc:spChg>
        <pc:spChg chg="add del mod">
          <ac:chgData name="Kiều Trịnh" userId="b5e8dd2f7e2de3fe" providerId="LiveId" clId="{093AEDAC-1BDE-401D-83A2-FC1A90DFFFD4}" dt="2026-10-11T03:40:04.767" v="1461" actId="478"/>
          <ac:spMkLst>
            <pc:docMk/>
            <pc:sldMk cId="2386893405" sldId="273"/>
            <ac:spMk id="36" creationId="{7FF64097-927D-82FD-C2CA-A287C94A4E3D}"/>
          </ac:spMkLst>
        </pc:spChg>
        <pc:spChg chg="add del">
          <ac:chgData name="Kiều Trịnh" userId="b5e8dd2f7e2de3fe" providerId="LiveId" clId="{093AEDAC-1BDE-401D-83A2-FC1A90DFFFD4}" dt="2026-10-11T03:40:14.813" v="1463" actId="478"/>
          <ac:spMkLst>
            <pc:docMk/>
            <pc:sldMk cId="2386893405" sldId="273"/>
            <ac:spMk id="39" creationId="{4AE2C411-D712-DF43-0368-43F2C288961F}"/>
          </ac:spMkLst>
        </pc:spChg>
        <pc:spChg chg="add">
          <ac:chgData name="Kiều Trịnh" userId="b5e8dd2f7e2de3fe" providerId="LiveId" clId="{093AEDAC-1BDE-401D-83A2-FC1A90DFFFD4}" dt="2026-10-11T03:40:19.692" v="1464" actId="11529"/>
          <ac:spMkLst>
            <pc:docMk/>
            <pc:sldMk cId="2386893405" sldId="273"/>
            <ac:spMk id="40" creationId="{9A28195E-52EF-78BB-A7F6-171B2E6FB4E9}"/>
          </ac:spMkLst>
        </pc:spChg>
        <pc:spChg chg="add mod">
          <ac:chgData name="Kiều Trịnh" userId="b5e8dd2f7e2de3fe" providerId="LiveId" clId="{093AEDAC-1BDE-401D-83A2-FC1A90DFFFD4}" dt="2026-10-11T04:20:47.255" v="1563" actId="164"/>
          <ac:spMkLst>
            <pc:docMk/>
            <pc:sldMk cId="2386893405" sldId="273"/>
            <ac:spMk id="52" creationId="{267BB19C-F43C-5A32-7783-292EF151B5DC}"/>
          </ac:spMkLst>
        </pc:spChg>
        <pc:spChg chg="add mod">
          <ac:chgData name="Kiều Trịnh" userId="b5e8dd2f7e2de3fe" providerId="LiveId" clId="{093AEDAC-1BDE-401D-83A2-FC1A90DFFFD4}" dt="2026-10-11T04:20:47.255" v="1563" actId="164"/>
          <ac:spMkLst>
            <pc:docMk/>
            <pc:sldMk cId="2386893405" sldId="273"/>
            <ac:spMk id="54" creationId="{BC9D7535-B667-7F22-F33D-55CF0CC79325}"/>
          </ac:spMkLst>
        </pc:spChg>
        <pc:spChg chg="add mod">
          <ac:chgData name="Kiều Trịnh" userId="b5e8dd2f7e2de3fe" providerId="LiveId" clId="{093AEDAC-1BDE-401D-83A2-FC1A90DFFFD4}" dt="2026-10-11T04:20:22.294" v="1557" actId="1076"/>
          <ac:spMkLst>
            <pc:docMk/>
            <pc:sldMk cId="2386893405" sldId="273"/>
            <ac:spMk id="57" creationId="{995E683B-11B9-BBD6-DD2B-241516389483}"/>
          </ac:spMkLst>
        </pc:spChg>
        <pc:spChg chg="add mod">
          <ac:chgData name="Kiều Trịnh" userId="b5e8dd2f7e2de3fe" providerId="LiveId" clId="{093AEDAC-1BDE-401D-83A2-FC1A90DFFFD4}" dt="2026-10-11T04:20:25.162" v="1558" actId="1076"/>
          <ac:spMkLst>
            <pc:docMk/>
            <pc:sldMk cId="2386893405" sldId="273"/>
            <ac:spMk id="59" creationId="{9F6EF4C3-928D-4E44-8330-C15526F46DBC}"/>
          </ac:spMkLst>
        </pc:spChg>
        <pc:graphicFrameChg chg="add del mod">
          <ac:chgData name="Kiều Trịnh" userId="b5e8dd2f7e2de3fe" providerId="LiveId" clId="{093AEDAC-1BDE-401D-83A2-FC1A90DFFFD4}" dt="2026-10-11T03:44:30.656" v="1495" actId="478"/>
          <ac:graphicFrameMkLst>
            <pc:docMk/>
            <pc:sldMk cId="2386893405" sldId="273"/>
            <ac:graphicFrameMk id="55" creationId="{B03BB036-C695-47AE-DDF9-4CB7B915C50D}"/>
          </ac:graphicFrameMkLst>
        </pc:graphicFrameChg>
        <pc:cxnChg chg="add mod">
          <ac:chgData name="Kiều Trịnh" userId="b5e8dd2f7e2de3fe" providerId="LiveId" clId="{093AEDAC-1BDE-401D-83A2-FC1A90DFFFD4}" dt="2026-10-11T03:36:42.638" v="1419" actId="1076"/>
          <ac:cxnSpMkLst>
            <pc:docMk/>
            <pc:sldMk cId="2386893405" sldId="273"/>
            <ac:cxnSpMk id="10" creationId="{469563FA-8D6C-6334-6D2F-71D714199E5B}"/>
          </ac:cxnSpMkLst>
        </pc:cxnChg>
        <pc:cxnChg chg="add mod">
          <ac:chgData name="Kiều Trịnh" userId="b5e8dd2f7e2de3fe" providerId="LiveId" clId="{093AEDAC-1BDE-401D-83A2-FC1A90DFFFD4}" dt="2026-10-11T03:39:03.836" v="1442" actId="1076"/>
          <ac:cxnSpMkLst>
            <pc:docMk/>
            <pc:sldMk cId="2386893405" sldId="273"/>
            <ac:cxnSpMk id="14" creationId="{17623972-44BB-6818-825E-6E823C808BD0}"/>
          </ac:cxnSpMkLst>
        </pc:cxnChg>
        <pc:cxnChg chg="add mod">
          <ac:chgData name="Kiều Trịnh" userId="b5e8dd2f7e2de3fe" providerId="LiveId" clId="{093AEDAC-1BDE-401D-83A2-FC1A90DFFFD4}" dt="2026-10-11T03:36:44.642" v="1420" actId="1076"/>
          <ac:cxnSpMkLst>
            <pc:docMk/>
            <pc:sldMk cId="2386893405" sldId="273"/>
            <ac:cxnSpMk id="26" creationId="{36E0D401-74CF-5B23-EE58-CD72F6911AE0}"/>
          </ac:cxnSpMkLst>
        </pc:cxnChg>
        <pc:cxnChg chg="add del mod">
          <ac:chgData name="Kiều Trịnh" userId="b5e8dd2f7e2de3fe" providerId="LiveId" clId="{093AEDAC-1BDE-401D-83A2-FC1A90DFFFD4}" dt="2026-10-11T03:39:05.348" v="1443" actId="478"/>
          <ac:cxnSpMkLst>
            <pc:docMk/>
            <pc:sldMk cId="2386893405" sldId="273"/>
            <ac:cxnSpMk id="30" creationId="{C7AA2FED-4CC1-9A08-71DF-500B6B6ACFC5}"/>
          </ac:cxnSpMkLst>
        </pc:cxnChg>
        <pc:cxnChg chg="add del mod">
          <ac:chgData name="Kiều Trịnh" userId="b5e8dd2f7e2de3fe" providerId="LiveId" clId="{093AEDAC-1BDE-401D-83A2-FC1A90DFFFD4}" dt="2026-10-11T03:38:56.558" v="1440" actId="478"/>
          <ac:cxnSpMkLst>
            <pc:docMk/>
            <pc:sldMk cId="2386893405" sldId="273"/>
            <ac:cxnSpMk id="32" creationId="{CE411968-D3D9-1BC9-B1E2-ED91AE57C778}"/>
          </ac:cxnSpMkLst>
        </pc:cxnChg>
        <pc:cxnChg chg="add del mod">
          <ac:chgData name="Kiều Trịnh" userId="b5e8dd2f7e2de3fe" providerId="LiveId" clId="{093AEDAC-1BDE-401D-83A2-FC1A90DFFFD4}" dt="2026-10-11T03:38:57.454" v="1441" actId="478"/>
          <ac:cxnSpMkLst>
            <pc:docMk/>
            <pc:sldMk cId="2386893405" sldId="273"/>
            <ac:cxnSpMk id="34" creationId="{B5705B20-FF70-3D08-07CF-95F2EE5DFFCA}"/>
          </ac:cxnSpMkLst>
        </pc:cxnChg>
        <pc:cxnChg chg="add del mod">
          <ac:chgData name="Kiều Trịnh" userId="b5e8dd2f7e2de3fe" providerId="LiveId" clId="{093AEDAC-1BDE-401D-83A2-FC1A90DFFFD4}" dt="2026-10-11T03:40:02.552" v="1459" actId="478"/>
          <ac:cxnSpMkLst>
            <pc:docMk/>
            <pc:sldMk cId="2386893405" sldId="273"/>
            <ac:cxnSpMk id="38" creationId="{1CB9E58F-1B57-4FEB-BF1D-383F81E0A7E8}"/>
          </ac:cxnSpMkLst>
        </pc:cxnChg>
        <pc:cxnChg chg="add del mod">
          <ac:chgData name="Kiều Trịnh" userId="b5e8dd2f7e2de3fe" providerId="LiveId" clId="{093AEDAC-1BDE-401D-83A2-FC1A90DFFFD4}" dt="2026-10-11T03:40:46.788" v="1469" actId="478"/>
          <ac:cxnSpMkLst>
            <pc:docMk/>
            <pc:sldMk cId="2386893405" sldId="273"/>
            <ac:cxnSpMk id="42" creationId="{143C51B9-C77F-B848-8ED4-5903B6FEC7D1}"/>
          </ac:cxnSpMkLst>
        </pc:cxnChg>
        <pc:cxnChg chg="add del mod">
          <ac:chgData name="Kiều Trịnh" userId="b5e8dd2f7e2de3fe" providerId="LiveId" clId="{093AEDAC-1BDE-401D-83A2-FC1A90DFFFD4}" dt="2026-10-11T03:41:00.710" v="1473" actId="478"/>
          <ac:cxnSpMkLst>
            <pc:docMk/>
            <pc:sldMk cId="2386893405" sldId="273"/>
            <ac:cxnSpMk id="45" creationId="{00AA55D5-9158-3FCC-F9B1-1BB9F77AF837}"/>
          </ac:cxnSpMkLst>
        </pc:cxnChg>
        <pc:cxnChg chg="add mod">
          <ac:chgData name="Kiều Trịnh" userId="b5e8dd2f7e2de3fe" providerId="LiveId" clId="{093AEDAC-1BDE-401D-83A2-FC1A90DFFFD4}" dt="2026-10-11T03:41:19.903" v="1477" actId="14100"/>
          <ac:cxnSpMkLst>
            <pc:docMk/>
            <pc:sldMk cId="2386893405" sldId="273"/>
            <ac:cxnSpMk id="49" creationId="{CD16AE30-A0DD-5B01-D7AC-9A731D8E3151}"/>
          </ac:cxnSpMkLst>
        </pc:cxnChg>
      </pc:sldChg>
      <pc:sldChg chg="addSp modSp new mod">
        <pc:chgData name="Kiều Trịnh" userId="b5e8dd2f7e2de3fe" providerId="LiveId" clId="{093AEDAC-1BDE-401D-83A2-FC1A90DFFFD4}" dt="2026-10-11T07:57:23.913" v="1796" actId="113"/>
        <pc:sldMkLst>
          <pc:docMk/>
          <pc:sldMk cId="894697242" sldId="274"/>
        </pc:sldMkLst>
        <pc:spChg chg="add mod">
          <ac:chgData name="Kiều Trịnh" userId="b5e8dd2f7e2de3fe" providerId="LiveId" clId="{093AEDAC-1BDE-401D-83A2-FC1A90DFFFD4}" dt="2026-10-11T07:56:14.330" v="1774"/>
          <ac:spMkLst>
            <pc:docMk/>
            <pc:sldMk cId="894697242" sldId="274"/>
            <ac:spMk id="3" creationId="{09F9693F-DF27-1F5C-F15F-8BBDAAE1DB5D}"/>
          </ac:spMkLst>
        </pc:spChg>
        <pc:spChg chg="add mod">
          <ac:chgData name="Kiều Trịnh" userId="b5e8dd2f7e2de3fe" providerId="LiveId" clId="{093AEDAC-1BDE-401D-83A2-FC1A90DFFFD4}" dt="2026-10-11T07:56:14.330" v="1774"/>
          <ac:spMkLst>
            <pc:docMk/>
            <pc:sldMk cId="894697242" sldId="274"/>
            <ac:spMk id="5" creationId="{BD8376E2-A1F4-2950-C7CF-F1325A3FFF74}"/>
          </ac:spMkLst>
        </pc:spChg>
        <pc:spChg chg="add mod">
          <ac:chgData name="Kiều Trịnh" userId="b5e8dd2f7e2de3fe" providerId="LiveId" clId="{093AEDAC-1BDE-401D-83A2-FC1A90DFFFD4}" dt="2026-10-11T07:57:23.913" v="1796" actId="113"/>
          <ac:spMkLst>
            <pc:docMk/>
            <pc:sldMk cId="894697242" sldId="274"/>
            <ac:spMk id="7" creationId="{010121B0-7D0E-27DE-2491-A09E357DA993}"/>
          </ac:spMkLst>
        </pc:spChg>
        <pc:spChg chg="add mod">
          <ac:chgData name="Kiều Trịnh" userId="b5e8dd2f7e2de3fe" providerId="LiveId" clId="{093AEDAC-1BDE-401D-83A2-FC1A90DFFFD4}" dt="2026-10-11T07:56:27.588" v="1776"/>
          <ac:spMkLst>
            <pc:docMk/>
            <pc:sldMk cId="894697242" sldId="274"/>
            <ac:spMk id="9" creationId="{2E5D01AA-623E-9017-0E82-FA395DBF3C16}"/>
          </ac:spMkLst>
        </pc:spChg>
        <pc:grpChg chg="add mod">
          <ac:chgData name="Kiều Trịnh" userId="b5e8dd2f7e2de3fe" providerId="LiveId" clId="{093AEDAC-1BDE-401D-83A2-FC1A90DFFFD4}" dt="2026-10-11T07:56:14.330" v="1774"/>
          <ac:grpSpMkLst>
            <pc:docMk/>
            <pc:sldMk cId="894697242" sldId="274"/>
            <ac:grpSpMk id="10" creationId="{3C5538CB-D4EB-566F-2F90-1E3958005F61}"/>
          </ac:grpSpMkLst>
        </pc:grpChg>
        <pc:grpChg chg="add mod">
          <ac:chgData name="Kiều Trịnh" userId="b5e8dd2f7e2de3fe" providerId="LiveId" clId="{093AEDAC-1BDE-401D-83A2-FC1A90DFFFD4}" dt="2026-10-11T07:56:27.588" v="1776"/>
          <ac:grpSpMkLst>
            <pc:docMk/>
            <pc:sldMk cId="894697242" sldId="274"/>
            <ac:grpSpMk id="11" creationId="{6E4605ED-A778-7810-4230-C52F973CDF15}"/>
          </ac:grpSpMkLst>
        </pc:grpChg>
      </pc:sldChg>
      <pc:sldChg chg="addSp delSp modSp new mod">
        <pc:chgData name="Kiều Trịnh" userId="b5e8dd2f7e2de3fe" providerId="LiveId" clId="{093AEDAC-1BDE-401D-83A2-FC1A90DFFFD4}" dt="2026-10-11T05:18:46.704" v="1677" actId="478"/>
        <pc:sldMkLst>
          <pc:docMk/>
          <pc:sldMk cId="139145440" sldId="275"/>
        </pc:sldMkLst>
        <pc:spChg chg="mod">
          <ac:chgData name="Kiều Trịnh" userId="b5e8dd2f7e2de3fe" providerId="LiveId" clId="{093AEDAC-1BDE-401D-83A2-FC1A90DFFFD4}" dt="2026-10-11T04:44:41.396" v="1565"/>
          <ac:spMkLst>
            <pc:docMk/>
            <pc:sldMk cId="139145440" sldId="275"/>
            <ac:spMk id="3" creationId="{41DAF70A-3999-3EF6-1329-6CD3B58B74EA}"/>
          </ac:spMkLst>
        </pc:spChg>
        <pc:spChg chg="mod">
          <ac:chgData name="Kiều Trịnh" userId="b5e8dd2f7e2de3fe" providerId="LiveId" clId="{093AEDAC-1BDE-401D-83A2-FC1A90DFFFD4}" dt="2026-10-11T04:44:41.396" v="1565"/>
          <ac:spMkLst>
            <pc:docMk/>
            <pc:sldMk cId="139145440" sldId="275"/>
            <ac:spMk id="5" creationId="{E001584D-209D-7153-B25E-271F6561125E}"/>
          </ac:spMkLst>
        </pc:spChg>
        <pc:spChg chg="del mod">
          <ac:chgData name="Kiều Trịnh" userId="b5e8dd2f7e2de3fe" providerId="LiveId" clId="{093AEDAC-1BDE-401D-83A2-FC1A90DFFFD4}" dt="2026-10-11T05:18:46.704" v="1677" actId="478"/>
          <ac:spMkLst>
            <pc:docMk/>
            <pc:sldMk cId="139145440" sldId="275"/>
            <ac:spMk id="6" creationId="{DBA07951-2A78-D743-115F-E2E4F06C4323}"/>
          </ac:spMkLst>
        </pc:spChg>
        <pc:spChg chg="mod">
          <ac:chgData name="Kiều Trịnh" userId="b5e8dd2f7e2de3fe" providerId="LiveId" clId="{093AEDAC-1BDE-401D-83A2-FC1A90DFFFD4}" dt="2026-10-11T04:45:33.848" v="1593" actId="1076"/>
          <ac:spMkLst>
            <pc:docMk/>
            <pc:sldMk cId="139145440" sldId="275"/>
            <ac:spMk id="7" creationId="{309D34F2-B348-BB3A-EC55-1EE4199391E7}"/>
          </ac:spMkLst>
        </pc:spChg>
        <pc:spChg chg="mod">
          <ac:chgData name="Kiều Trịnh" userId="b5e8dd2f7e2de3fe" providerId="LiveId" clId="{093AEDAC-1BDE-401D-83A2-FC1A90DFFFD4}" dt="2026-10-11T04:45:54.246" v="1597" actId="1076"/>
          <ac:spMkLst>
            <pc:docMk/>
            <pc:sldMk cId="139145440" sldId="275"/>
            <ac:spMk id="8" creationId="{067193E3-251F-BAD1-0012-A8489158F41E}"/>
          </ac:spMkLst>
        </pc:spChg>
        <pc:spChg chg="mod">
          <ac:chgData name="Kiều Trịnh" userId="b5e8dd2f7e2de3fe" providerId="LiveId" clId="{093AEDAC-1BDE-401D-83A2-FC1A90DFFFD4}" dt="2026-10-11T04:45:05.207" v="1581" actId="20577"/>
          <ac:spMkLst>
            <pc:docMk/>
            <pc:sldMk cId="139145440" sldId="275"/>
            <ac:spMk id="9" creationId="{AD785064-3FF9-5CCB-49DA-E75760CA13E0}"/>
          </ac:spMkLst>
        </pc:spChg>
        <pc:spChg chg="del mod">
          <ac:chgData name="Kiều Trịnh" userId="b5e8dd2f7e2de3fe" providerId="LiveId" clId="{093AEDAC-1BDE-401D-83A2-FC1A90DFFFD4}" dt="2026-10-11T05:18:44.510" v="1676" actId="478"/>
          <ac:spMkLst>
            <pc:docMk/>
            <pc:sldMk cId="139145440" sldId="275"/>
            <ac:spMk id="10" creationId="{9906CCFD-39C2-0A4B-D498-DFEBD7461628}"/>
          </ac:spMkLst>
        </pc:spChg>
        <pc:spChg chg="mod">
          <ac:chgData name="Kiều Trịnh" userId="b5e8dd2f7e2de3fe" providerId="LiveId" clId="{093AEDAC-1BDE-401D-83A2-FC1A90DFFFD4}" dt="2026-10-11T04:45:37.645" v="1594" actId="1076"/>
          <ac:spMkLst>
            <pc:docMk/>
            <pc:sldMk cId="139145440" sldId="275"/>
            <ac:spMk id="11" creationId="{A4818868-4E6A-BEC8-646C-855097D32A21}"/>
          </ac:spMkLst>
        </pc:spChg>
        <pc:spChg chg="mod">
          <ac:chgData name="Kiều Trịnh" userId="b5e8dd2f7e2de3fe" providerId="LiveId" clId="{093AEDAC-1BDE-401D-83A2-FC1A90DFFFD4}" dt="2026-10-11T04:45:48.303" v="1596" actId="1076"/>
          <ac:spMkLst>
            <pc:docMk/>
            <pc:sldMk cId="139145440" sldId="275"/>
            <ac:spMk id="12" creationId="{2E7F5B16-9A91-5CB1-D3C8-91CB46704A3C}"/>
          </ac:spMkLst>
        </pc:spChg>
        <pc:spChg chg="mod">
          <ac:chgData name="Kiều Trịnh" userId="b5e8dd2f7e2de3fe" providerId="LiveId" clId="{093AEDAC-1BDE-401D-83A2-FC1A90DFFFD4}" dt="2026-10-11T04:45:54.246" v="1597" actId="1076"/>
          <ac:spMkLst>
            <pc:docMk/>
            <pc:sldMk cId="139145440" sldId="275"/>
            <ac:spMk id="13" creationId="{1EB07C51-8AE8-5828-E7C8-460401B406BC}"/>
          </ac:spMkLst>
        </pc:spChg>
        <pc:spChg chg="mod">
          <ac:chgData name="Kiều Trịnh" userId="b5e8dd2f7e2de3fe" providerId="LiveId" clId="{093AEDAC-1BDE-401D-83A2-FC1A90DFFFD4}" dt="2026-10-11T04:45:45.339" v="1595" actId="1076"/>
          <ac:spMkLst>
            <pc:docMk/>
            <pc:sldMk cId="139145440" sldId="275"/>
            <ac:spMk id="14" creationId="{961E7007-2670-3030-C5B8-A74895A631C9}"/>
          </ac:spMkLst>
        </pc:spChg>
        <pc:spChg chg="del mod">
          <ac:chgData name="Kiều Trịnh" userId="b5e8dd2f7e2de3fe" providerId="LiveId" clId="{093AEDAC-1BDE-401D-83A2-FC1A90DFFFD4}" dt="2026-10-11T04:44:47.147" v="1567" actId="478"/>
          <ac:spMkLst>
            <pc:docMk/>
            <pc:sldMk cId="139145440" sldId="275"/>
            <ac:spMk id="15" creationId="{7EBE9725-D8B2-077A-2FD1-361564005040}"/>
          </ac:spMkLst>
        </pc:spChg>
        <pc:spChg chg="add mod">
          <ac:chgData name="Kiều Trịnh" userId="b5e8dd2f7e2de3fe" providerId="LiveId" clId="{093AEDAC-1BDE-401D-83A2-FC1A90DFFFD4}" dt="2026-10-11T04:46:04.160" v="1599" actId="1076"/>
          <ac:spMkLst>
            <pc:docMk/>
            <pc:sldMk cId="139145440" sldId="275"/>
            <ac:spMk id="19" creationId="{FCB2DF1A-3114-3AFF-9F3A-CDF5D4E6065A}"/>
          </ac:spMkLst>
        </pc:spChg>
        <pc:spChg chg="add mod">
          <ac:chgData name="Kiều Trịnh" userId="b5e8dd2f7e2de3fe" providerId="LiveId" clId="{093AEDAC-1BDE-401D-83A2-FC1A90DFFFD4}" dt="2026-10-11T04:46:18.412" v="1616" actId="1076"/>
          <ac:spMkLst>
            <pc:docMk/>
            <pc:sldMk cId="139145440" sldId="275"/>
            <ac:spMk id="20" creationId="{1B0E43C2-6636-B575-CEEF-EC40AE17FFB0}"/>
          </ac:spMkLst>
        </pc:spChg>
        <pc:spChg chg="add mod">
          <ac:chgData name="Kiều Trịnh" userId="b5e8dd2f7e2de3fe" providerId="LiveId" clId="{093AEDAC-1BDE-401D-83A2-FC1A90DFFFD4}" dt="2026-10-11T04:47:49.013" v="1664" actId="1038"/>
          <ac:spMkLst>
            <pc:docMk/>
            <pc:sldMk cId="139145440" sldId="275"/>
            <ac:spMk id="22" creationId="{BB72EA5B-7E61-92CA-9692-E36FD9B7F4DC}"/>
          </ac:spMkLst>
        </pc:spChg>
        <pc:spChg chg="add del mod">
          <ac:chgData name="Kiều Trịnh" userId="b5e8dd2f7e2de3fe" providerId="LiveId" clId="{093AEDAC-1BDE-401D-83A2-FC1A90DFFFD4}" dt="2026-10-11T04:46:53.122" v="1640" actId="767"/>
          <ac:spMkLst>
            <pc:docMk/>
            <pc:sldMk cId="139145440" sldId="275"/>
            <ac:spMk id="23" creationId="{0336D423-3F13-D6A2-E19E-1AD77A4C02D7}"/>
          </ac:spMkLst>
        </pc:spChg>
        <pc:spChg chg="add mod">
          <ac:chgData name="Kiều Trịnh" userId="b5e8dd2f7e2de3fe" providerId="LiveId" clId="{093AEDAC-1BDE-401D-83A2-FC1A90DFFFD4}" dt="2026-10-11T05:18:09.302" v="1666" actId="1076"/>
          <ac:spMkLst>
            <pc:docMk/>
            <pc:sldMk cId="139145440" sldId="275"/>
            <ac:spMk id="27" creationId="{D58B5901-4D66-29C4-D9E5-22E5AD76E728}"/>
          </ac:spMkLst>
        </pc:spChg>
        <pc:spChg chg="add del">
          <ac:chgData name="Kiều Trịnh" userId="b5e8dd2f7e2de3fe" providerId="LiveId" clId="{093AEDAC-1BDE-401D-83A2-FC1A90DFFFD4}" dt="2026-10-11T05:18:19.256" v="1668" actId="478"/>
          <ac:spMkLst>
            <pc:docMk/>
            <pc:sldMk cId="139145440" sldId="275"/>
            <ac:spMk id="29" creationId="{345DA394-2952-DAF5-8E3E-3013798EF8BC}"/>
          </ac:spMkLst>
        </pc:spChg>
        <pc:spChg chg="add del mod">
          <ac:chgData name="Kiều Trịnh" userId="b5e8dd2f7e2de3fe" providerId="LiveId" clId="{093AEDAC-1BDE-401D-83A2-FC1A90DFFFD4}" dt="2026-10-11T05:18:28.203" v="1671" actId="478"/>
          <ac:spMkLst>
            <pc:docMk/>
            <pc:sldMk cId="139145440" sldId="275"/>
            <ac:spMk id="31" creationId="{23D51DF1-7FA2-17EF-2750-34770334A337}"/>
          </ac:spMkLst>
        </pc:spChg>
        <pc:spChg chg="add mod">
          <ac:chgData name="Kiều Trịnh" userId="b5e8dd2f7e2de3fe" providerId="LiveId" clId="{093AEDAC-1BDE-401D-83A2-FC1A90DFFFD4}" dt="2026-10-11T05:18:36.889" v="1674" actId="207"/>
          <ac:spMkLst>
            <pc:docMk/>
            <pc:sldMk cId="139145440" sldId="275"/>
            <ac:spMk id="32" creationId="{8475F5B0-3544-5302-D1BB-529F468B1B7A}"/>
          </ac:spMkLst>
        </pc:spChg>
        <pc:grpChg chg="mod">
          <ac:chgData name="Kiều Trịnh" userId="b5e8dd2f7e2de3fe" providerId="LiveId" clId="{093AEDAC-1BDE-401D-83A2-FC1A90DFFFD4}" dt="2026-10-11T05:18:42.974" v="1675" actId="1076"/>
          <ac:grpSpMkLst>
            <pc:docMk/>
            <pc:sldMk cId="139145440" sldId="275"/>
            <ac:grpSpMk id="2" creationId="{0917C93D-1E8D-9E4E-578D-C83AE0E40E71}"/>
          </ac:grpSpMkLst>
        </pc:grpChg>
        <pc:cxnChg chg="del">
          <ac:chgData name="Kiều Trịnh" userId="b5e8dd2f7e2de3fe" providerId="LiveId" clId="{093AEDAC-1BDE-401D-83A2-FC1A90DFFFD4}" dt="2026-10-11T04:44:44.848" v="1566" actId="478"/>
          <ac:cxnSpMkLst>
            <pc:docMk/>
            <pc:sldMk cId="139145440" sldId="275"/>
            <ac:cxnSpMk id="16" creationId="{CD3F05BA-DEBF-007B-9110-8CB8829939EE}"/>
          </ac:cxnSpMkLst>
        </pc:cxnChg>
        <pc:cxnChg chg="del">
          <ac:chgData name="Kiều Trịnh" userId="b5e8dd2f7e2de3fe" providerId="LiveId" clId="{093AEDAC-1BDE-401D-83A2-FC1A90DFFFD4}" dt="2026-10-11T04:44:48.863" v="1568" actId="478"/>
          <ac:cxnSpMkLst>
            <pc:docMk/>
            <pc:sldMk cId="139145440" sldId="275"/>
            <ac:cxnSpMk id="17" creationId="{CBFB9D97-3F9A-FF84-D94B-EC4D4EE3B178}"/>
          </ac:cxnSpMkLst>
        </pc:cxnChg>
        <pc:cxnChg chg="add mod">
          <ac:chgData name="Kiều Trịnh" userId="b5e8dd2f7e2de3fe" providerId="LiveId" clId="{093AEDAC-1BDE-401D-83A2-FC1A90DFFFD4}" dt="2026-10-11T05:18:42.974" v="1675" actId="1076"/>
          <ac:cxnSpMkLst>
            <pc:docMk/>
            <pc:sldMk cId="139145440" sldId="275"/>
            <ac:cxnSpMk id="25" creationId="{640D7639-D9FC-A9D8-8132-6078252C3C49}"/>
          </ac:cxnSpMkLst>
        </pc:cxnChg>
      </pc:sldChg>
      <pc:sldChg chg="addSp delSp modSp new mod">
        <pc:chgData name="Kiều Trịnh" userId="b5e8dd2f7e2de3fe" providerId="LiveId" clId="{093AEDAC-1BDE-401D-83A2-FC1A90DFFFD4}" dt="2026-10-11T06:50:32.790" v="1769" actId="164"/>
        <pc:sldMkLst>
          <pc:docMk/>
          <pc:sldMk cId="2240503541" sldId="276"/>
        </pc:sldMkLst>
        <pc:spChg chg="mod">
          <ac:chgData name="Kiều Trịnh" userId="b5e8dd2f7e2de3fe" providerId="LiveId" clId="{093AEDAC-1BDE-401D-83A2-FC1A90DFFFD4}" dt="2026-10-11T05:19:04.482" v="1679"/>
          <ac:spMkLst>
            <pc:docMk/>
            <pc:sldMk cId="2240503541" sldId="276"/>
            <ac:spMk id="4" creationId="{79AE3433-E61A-B50E-37AE-66C5DF6F1DE9}"/>
          </ac:spMkLst>
        </pc:spChg>
        <pc:spChg chg="mod">
          <ac:chgData name="Kiều Trịnh" userId="b5e8dd2f7e2de3fe" providerId="LiveId" clId="{093AEDAC-1BDE-401D-83A2-FC1A90DFFFD4}" dt="2026-10-11T05:19:04.482" v="1679"/>
          <ac:spMkLst>
            <pc:docMk/>
            <pc:sldMk cId="2240503541" sldId="276"/>
            <ac:spMk id="5" creationId="{037F83BF-7DF9-432F-2895-2D88799B0EA4}"/>
          </ac:spMkLst>
        </pc:spChg>
        <pc:spChg chg="mod">
          <ac:chgData name="Kiều Trịnh" userId="b5e8dd2f7e2de3fe" providerId="LiveId" clId="{093AEDAC-1BDE-401D-83A2-FC1A90DFFFD4}" dt="2026-10-11T05:19:04.482" v="1679"/>
          <ac:spMkLst>
            <pc:docMk/>
            <pc:sldMk cId="2240503541" sldId="276"/>
            <ac:spMk id="7" creationId="{69E1A383-C9DD-4563-C5D6-F2FB2BD61674}"/>
          </ac:spMkLst>
        </pc:spChg>
        <pc:spChg chg="mod">
          <ac:chgData name="Kiều Trịnh" userId="b5e8dd2f7e2de3fe" providerId="LiveId" clId="{093AEDAC-1BDE-401D-83A2-FC1A90DFFFD4}" dt="2026-10-11T05:19:04.482" v="1679"/>
          <ac:spMkLst>
            <pc:docMk/>
            <pc:sldMk cId="2240503541" sldId="276"/>
            <ac:spMk id="8" creationId="{D93FF6FC-B16D-8C67-03AB-D1864D62AFB8}"/>
          </ac:spMkLst>
        </pc:spChg>
        <pc:spChg chg="mod">
          <ac:chgData name="Kiều Trịnh" userId="b5e8dd2f7e2de3fe" providerId="LiveId" clId="{093AEDAC-1BDE-401D-83A2-FC1A90DFFFD4}" dt="2026-10-11T05:19:04.482" v="1679"/>
          <ac:spMkLst>
            <pc:docMk/>
            <pc:sldMk cId="2240503541" sldId="276"/>
            <ac:spMk id="9" creationId="{0B4C3F03-A9D4-7FC2-1505-7FDFE489B6BA}"/>
          </ac:spMkLst>
        </pc:spChg>
        <pc:spChg chg="mod">
          <ac:chgData name="Kiều Trịnh" userId="b5e8dd2f7e2de3fe" providerId="LiveId" clId="{093AEDAC-1BDE-401D-83A2-FC1A90DFFFD4}" dt="2026-10-11T05:19:04.482" v="1679"/>
          <ac:spMkLst>
            <pc:docMk/>
            <pc:sldMk cId="2240503541" sldId="276"/>
            <ac:spMk id="10" creationId="{569D1C18-05E9-E20F-486A-369D3E40C028}"/>
          </ac:spMkLst>
        </pc:spChg>
        <pc:spChg chg="mod">
          <ac:chgData name="Kiều Trịnh" userId="b5e8dd2f7e2de3fe" providerId="LiveId" clId="{093AEDAC-1BDE-401D-83A2-FC1A90DFFFD4}" dt="2026-10-11T05:19:04.482" v="1679"/>
          <ac:spMkLst>
            <pc:docMk/>
            <pc:sldMk cId="2240503541" sldId="276"/>
            <ac:spMk id="11" creationId="{D1E0F084-92CF-0979-3108-F9702224D212}"/>
          </ac:spMkLst>
        </pc:spChg>
        <pc:spChg chg="mod">
          <ac:chgData name="Kiều Trịnh" userId="b5e8dd2f7e2de3fe" providerId="LiveId" clId="{093AEDAC-1BDE-401D-83A2-FC1A90DFFFD4}" dt="2026-10-11T05:19:04.482" v="1679"/>
          <ac:spMkLst>
            <pc:docMk/>
            <pc:sldMk cId="2240503541" sldId="276"/>
            <ac:spMk id="12" creationId="{E2029E27-C435-DB60-065E-F1F7E1AF7014}"/>
          </ac:spMkLst>
        </pc:spChg>
        <pc:spChg chg="mod">
          <ac:chgData name="Kiều Trịnh" userId="b5e8dd2f7e2de3fe" providerId="LiveId" clId="{093AEDAC-1BDE-401D-83A2-FC1A90DFFFD4}" dt="2026-10-11T05:19:04.482" v="1679"/>
          <ac:spMkLst>
            <pc:docMk/>
            <pc:sldMk cId="2240503541" sldId="276"/>
            <ac:spMk id="13" creationId="{B941F5F9-A211-E3C5-20C6-32C765484918}"/>
          </ac:spMkLst>
        </pc:spChg>
        <pc:spChg chg="mod">
          <ac:chgData name="Kiều Trịnh" userId="b5e8dd2f7e2de3fe" providerId="LiveId" clId="{093AEDAC-1BDE-401D-83A2-FC1A90DFFFD4}" dt="2026-10-11T05:19:04.482" v="1679"/>
          <ac:spMkLst>
            <pc:docMk/>
            <pc:sldMk cId="2240503541" sldId="276"/>
            <ac:spMk id="14" creationId="{51BE7E26-F352-D6B8-FF32-7622B4BCA956}"/>
          </ac:spMkLst>
        </pc:spChg>
        <pc:spChg chg="del">
          <ac:chgData name="Kiều Trịnh" userId="b5e8dd2f7e2de3fe" providerId="LiveId" clId="{093AEDAC-1BDE-401D-83A2-FC1A90DFFFD4}" dt="2026-10-11T05:19:16.272" v="1685" actId="478"/>
          <ac:spMkLst>
            <pc:docMk/>
            <pc:sldMk cId="2240503541" sldId="276"/>
            <ac:spMk id="15" creationId="{43662018-C161-5373-7C45-79F714AD8238}"/>
          </ac:spMkLst>
        </pc:spChg>
        <pc:spChg chg="add mod">
          <ac:chgData name="Kiều Trịnh" userId="b5e8dd2f7e2de3fe" providerId="LiveId" clId="{093AEDAC-1BDE-401D-83A2-FC1A90DFFFD4}" dt="2026-10-11T06:50:32.790" v="1769" actId="164"/>
          <ac:spMkLst>
            <pc:docMk/>
            <pc:sldMk cId="2240503541" sldId="276"/>
            <ac:spMk id="18" creationId="{100E3487-A6A1-110D-E8E0-8047AAFC089B}"/>
          </ac:spMkLst>
        </pc:spChg>
        <pc:spChg chg="add mod">
          <ac:chgData name="Kiều Trịnh" userId="b5e8dd2f7e2de3fe" providerId="LiveId" clId="{093AEDAC-1BDE-401D-83A2-FC1A90DFFFD4}" dt="2026-10-11T06:50:32.790" v="1769" actId="164"/>
          <ac:spMkLst>
            <pc:docMk/>
            <pc:sldMk cId="2240503541" sldId="276"/>
            <ac:spMk id="19" creationId="{CF7FED47-A885-87B1-930E-A1976013468D}"/>
          </ac:spMkLst>
        </pc:spChg>
        <pc:spChg chg="add mod">
          <ac:chgData name="Kiều Trịnh" userId="b5e8dd2f7e2de3fe" providerId="LiveId" clId="{093AEDAC-1BDE-401D-83A2-FC1A90DFFFD4}" dt="2026-10-11T06:50:32.790" v="1769" actId="164"/>
          <ac:spMkLst>
            <pc:docMk/>
            <pc:sldMk cId="2240503541" sldId="276"/>
            <ac:spMk id="21" creationId="{246C556C-811C-3B40-4A8C-53B6C20C80A7}"/>
          </ac:spMkLst>
        </pc:spChg>
        <pc:spChg chg="add mod">
          <ac:chgData name="Kiều Trịnh" userId="b5e8dd2f7e2de3fe" providerId="LiveId" clId="{093AEDAC-1BDE-401D-83A2-FC1A90DFFFD4}" dt="2026-10-11T06:50:32.790" v="1769" actId="164"/>
          <ac:spMkLst>
            <pc:docMk/>
            <pc:sldMk cId="2240503541" sldId="276"/>
            <ac:spMk id="23" creationId="{DB475139-E7C2-322B-CFA4-5702CC6ACCF3}"/>
          </ac:spMkLst>
        </pc:spChg>
        <pc:spChg chg="add del mod">
          <ac:chgData name="Kiều Trịnh" userId="b5e8dd2f7e2de3fe" providerId="LiveId" clId="{093AEDAC-1BDE-401D-83A2-FC1A90DFFFD4}" dt="2026-10-11T05:27:21.255" v="1739"/>
          <ac:spMkLst>
            <pc:docMk/>
            <pc:sldMk cId="2240503541" sldId="276"/>
            <ac:spMk id="25" creationId="{795DD551-59D3-55E8-7E42-EF40F974FFC8}"/>
          </ac:spMkLst>
        </pc:spChg>
        <pc:grpChg chg="add del mod">
          <ac:chgData name="Kiều Trịnh" userId="b5e8dd2f7e2de3fe" providerId="LiveId" clId="{093AEDAC-1BDE-401D-83A2-FC1A90DFFFD4}" dt="2026-10-11T06:50:32.790" v="1769" actId="164"/>
          <ac:grpSpMkLst>
            <pc:docMk/>
            <pc:sldMk cId="2240503541" sldId="276"/>
            <ac:grpSpMk id="2" creationId="{8ED0674C-F738-F1E9-20B0-B05D9C637973}"/>
          </ac:grpSpMkLst>
        </pc:grpChg>
        <pc:grpChg chg="add mod">
          <ac:chgData name="Kiều Trịnh" userId="b5e8dd2f7e2de3fe" providerId="LiveId" clId="{093AEDAC-1BDE-401D-83A2-FC1A90DFFFD4}" dt="2026-10-11T06:50:32.790" v="1769" actId="164"/>
          <ac:grpSpMkLst>
            <pc:docMk/>
            <pc:sldMk cId="2240503541" sldId="276"/>
            <ac:grpSpMk id="26" creationId="{5A2AFF3B-9872-9DE1-7ADD-B1A240FB8AAF}"/>
          </ac:grpSpMkLst>
        </pc:grpChg>
        <pc:cxnChg chg="del">
          <ac:chgData name="Kiều Trịnh" userId="b5e8dd2f7e2de3fe" providerId="LiveId" clId="{093AEDAC-1BDE-401D-83A2-FC1A90DFFFD4}" dt="2026-10-11T05:19:11.117" v="1681" actId="478"/>
          <ac:cxnSpMkLst>
            <pc:docMk/>
            <pc:sldMk cId="2240503541" sldId="276"/>
            <ac:cxnSpMk id="16" creationId="{C2162F39-794E-F94A-C5CC-A3E482F8B5BE}"/>
          </ac:cxnSpMkLst>
        </pc:cxnChg>
        <pc:cxnChg chg="del">
          <ac:chgData name="Kiều Trịnh" userId="b5e8dd2f7e2de3fe" providerId="LiveId" clId="{093AEDAC-1BDE-401D-83A2-FC1A90DFFFD4}" dt="2026-10-11T05:19:12.851" v="1682" actId="478"/>
          <ac:cxnSpMkLst>
            <pc:docMk/>
            <pc:sldMk cId="2240503541" sldId="276"/>
            <ac:cxnSpMk id="17" creationId="{521752EF-43C6-DD3F-2CF4-2C4A0CE719BC}"/>
          </ac:cxnSpMkLst>
        </pc:cxnChg>
      </pc:sldChg>
      <pc:sldChg chg="addSp modSp new mod">
        <pc:chgData name="Kiều Trịnh" userId="b5e8dd2f7e2de3fe" providerId="LiveId" clId="{093AEDAC-1BDE-401D-83A2-FC1A90DFFFD4}" dt="2026-10-11T15:07:40.050" v="2035" actId="164"/>
        <pc:sldMkLst>
          <pc:docMk/>
          <pc:sldMk cId="4020215373" sldId="277"/>
        </pc:sldMkLst>
        <pc:spChg chg="add mod">
          <ac:chgData name="Kiều Trịnh" userId="b5e8dd2f7e2de3fe" providerId="LiveId" clId="{093AEDAC-1BDE-401D-83A2-FC1A90DFFFD4}" dt="2026-10-11T15:07:40.050" v="2035" actId="164"/>
          <ac:spMkLst>
            <pc:docMk/>
            <pc:sldMk cId="4020215373" sldId="277"/>
            <ac:spMk id="4" creationId="{D8FFF4A1-6ACA-79BB-311A-E11DE4E964AF}"/>
          </ac:spMkLst>
        </pc:spChg>
        <pc:spChg chg="add mod">
          <ac:chgData name="Kiều Trịnh" userId="b5e8dd2f7e2de3fe" providerId="LiveId" clId="{093AEDAC-1BDE-401D-83A2-FC1A90DFFFD4}" dt="2026-10-11T15:07:40.050" v="2035" actId="164"/>
          <ac:spMkLst>
            <pc:docMk/>
            <pc:sldMk cId="4020215373" sldId="277"/>
            <ac:spMk id="6" creationId="{BEC99526-0B71-25D5-E8AD-A4FC1EE33D59}"/>
          </ac:spMkLst>
        </pc:spChg>
        <pc:spChg chg="add mod">
          <ac:chgData name="Kiều Trịnh" userId="b5e8dd2f7e2de3fe" providerId="LiveId" clId="{093AEDAC-1BDE-401D-83A2-FC1A90DFFFD4}" dt="2026-10-11T15:07:40.050" v="2035" actId="164"/>
          <ac:spMkLst>
            <pc:docMk/>
            <pc:sldMk cId="4020215373" sldId="277"/>
            <ac:spMk id="8" creationId="{A1FB7F2C-F429-F584-DBA4-E49EFFA85577}"/>
          </ac:spMkLst>
        </pc:spChg>
        <pc:spChg chg="add mod">
          <ac:chgData name="Kiều Trịnh" userId="b5e8dd2f7e2de3fe" providerId="LiveId" clId="{093AEDAC-1BDE-401D-83A2-FC1A90DFFFD4}" dt="2026-10-11T15:07:40.050" v="2035" actId="164"/>
          <ac:spMkLst>
            <pc:docMk/>
            <pc:sldMk cId="4020215373" sldId="277"/>
            <ac:spMk id="10" creationId="{6F5C0983-BE10-EFC1-7129-1759DCB671D5}"/>
          </ac:spMkLst>
        </pc:spChg>
        <pc:spChg chg="add mod">
          <ac:chgData name="Kiều Trịnh" userId="b5e8dd2f7e2de3fe" providerId="LiveId" clId="{093AEDAC-1BDE-401D-83A2-FC1A90DFFFD4}" dt="2026-10-11T15:07:40.050" v="2035" actId="164"/>
          <ac:spMkLst>
            <pc:docMk/>
            <pc:sldMk cId="4020215373" sldId="277"/>
            <ac:spMk id="12" creationId="{701E9BF7-4B5D-9EDA-9D54-BD40FD333E94}"/>
          </ac:spMkLst>
        </pc:spChg>
        <pc:spChg chg="add mod">
          <ac:chgData name="Kiều Trịnh" userId="b5e8dd2f7e2de3fe" providerId="LiveId" clId="{093AEDAC-1BDE-401D-83A2-FC1A90DFFFD4}" dt="2026-10-11T15:07:40.050" v="2035" actId="164"/>
          <ac:spMkLst>
            <pc:docMk/>
            <pc:sldMk cId="4020215373" sldId="277"/>
            <ac:spMk id="14" creationId="{FAB0BF7F-AFB0-EDF8-B321-263D156FCBD0}"/>
          </ac:spMkLst>
        </pc:spChg>
        <pc:spChg chg="add mod">
          <ac:chgData name="Kiều Trịnh" userId="b5e8dd2f7e2de3fe" providerId="LiveId" clId="{093AEDAC-1BDE-401D-83A2-FC1A90DFFFD4}" dt="2026-10-11T15:07:40.050" v="2035" actId="164"/>
          <ac:spMkLst>
            <pc:docMk/>
            <pc:sldMk cId="4020215373" sldId="277"/>
            <ac:spMk id="16" creationId="{F119C53D-E451-56E4-FD56-7438E74361FA}"/>
          </ac:spMkLst>
        </pc:spChg>
        <pc:grpChg chg="add mod">
          <ac:chgData name="Kiều Trịnh" userId="b5e8dd2f7e2de3fe" providerId="LiveId" clId="{093AEDAC-1BDE-401D-83A2-FC1A90DFFFD4}" dt="2026-10-11T15:07:40.050" v="2035" actId="164"/>
          <ac:grpSpMkLst>
            <pc:docMk/>
            <pc:sldMk cId="4020215373" sldId="277"/>
            <ac:grpSpMk id="17" creationId="{936ECADD-3141-48D8-7946-A80D79F4094A}"/>
          </ac:grpSpMkLst>
        </pc:grpChg>
        <pc:picChg chg="add mod">
          <ac:chgData name="Kiều Trịnh" userId="b5e8dd2f7e2de3fe" providerId="LiveId" clId="{093AEDAC-1BDE-401D-83A2-FC1A90DFFFD4}" dt="2026-10-11T15:07:40.050" v="2035" actId="164"/>
          <ac:picMkLst>
            <pc:docMk/>
            <pc:sldMk cId="4020215373" sldId="277"/>
            <ac:picMk id="3" creationId="{F9C55485-56AE-F634-92DE-DBA6B6F06975}"/>
          </ac:picMkLst>
        </pc:picChg>
      </pc:sldChg>
      <pc:sldChg chg="addSp delSp modSp new mod">
        <pc:chgData name="Kiều Trịnh" userId="b5e8dd2f7e2de3fe" providerId="LiveId" clId="{093AEDAC-1BDE-401D-83A2-FC1A90DFFFD4}" dt="2026-10-11T14:32:49.326" v="1880" actId="1076"/>
        <pc:sldMkLst>
          <pc:docMk/>
          <pc:sldMk cId="2666376167" sldId="278"/>
        </pc:sldMkLst>
        <pc:spChg chg="add mod">
          <ac:chgData name="Kiều Trịnh" userId="b5e8dd2f7e2de3fe" providerId="LiveId" clId="{093AEDAC-1BDE-401D-83A2-FC1A90DFFFD4}" dt="2026-10-11T14:28:19.247" v="1836" actId="1076"/>
          <ac:spMkLst>
            <pc:docMk/>
            <pc:sldMk cId="2666376167" sldId="278"/>
            <ac:spMk id="3" creationId="{6E7DD660-022F-183A-8892-4E83F26F4453}"/>
          </ac:spMkLst>
        </pc:spChg>
        <pc:spChg chg="add del mod">
          <ac:chgData name="Kiều Trịnh" userId="b5e8dd2f7e2de3fe" providerId="LiveId" clId="{093AEDAC-1BDE-401D-83A2-FC1A90DFFFD4}" dt="2026-10-11T14:32:37.688" v="1871" actId="478"/>
          <ac:spMkLst>
            <pc:docMk/>
            <pc:sldMk cId="2666376167" sldId="278"/>
            <ac:spMk id="4" creationId="{89461A40-2FC5-A76D-0715-4AC4FC2FC32A}"/>
          </ac:spMkLst>
        </pc:spChg>
        <pc:spChg chg="add mod">
          <ac:chgData name="Kiều Trịnh" userId="b5e8dd2f7e2de3fe" providerId="LiveId" clId="{093AEDAC-1BDE-401D-83A2-FC1A90DFFFD4}" dt="2026-10-11T14:32:26.282" v="1868" actId="1076"/>
          <ac:spMkLst>
            <pc:docMk/>
            <pc:sldMk cId="2666376167" sldId="278"/>
            <ac:spMk id="6" creationId="{DB910F32-6D2E-2091-7706-73BBCD83AE91}"/>
          </ac:spMkLst>
        </pc:spChg>
        <pc:spChg chg="add mod">
          <ac:chgData name="Kiều Trịnh" userId="b5e8dd2f7e2de3fe" providerId="LiveId" clId="{093AEDAC-1BDE-401D-83A2-FC1A90DFFFD4}" dt="2026-10-11T14:32:49.326" v="1880" actId="1076"/>
          <ac:spMkLst>
            <pc:docMk/>
            <pc:sldMk cId="2666376167" sldId="278"/>
            <ac:spMk id="7" creationId="{5373C6D3-5845-97E9-5028-06DE6B463B63}"/>
          </ac:spMkLst>
        </pc:spChg>
      </pc:sldChg>
      <pc:sldChg chg="addSp modSp new mod">
        <pc:chgData name="Kiều Trịnh" userId="b5e8dd2f7e2de3fe" providerId="LiveId" clId="{093AEDAC-1BDE-401D-83A2-FC1A90DFFFD4}" dt="2026-10-11T14:58:53.727" v="2024" actId="164"/>
        <pc:sldMkLst>
          <pc:docMk/>
          <pc:sldMk cId="4112398270" sldId="279"/>
        </pc:sldMkLst>
        <pc:spChg chg="add mod">
          <ac:chgData name="Kiều Trịnh" userId="b5e8dd2f7e2de3fe" providerId="LiveId" clId="{093AEDAC-1BDE-401D-83A2-FC1A90DFFFD4}" dt="2026-10-11T14:58:53.727" v="2024" actId="164"/>
          <ac:spMkLst>
            <pc:docMk/>
            <pc:sldMk cId="4112398270" sldId="279"/>
            <ac:spMk id="3" creationId="{6F593D7C-40E2-64D4-3C6C-91F552598537}"/>
          </ac:spMkLst>
        </pc:spChg>
        <pc:spChg chg="add mod">
          <ac:chgData name="Kiều Trịnh" userId="b5e8dd2f7e2de3fe" providerId="LiveId" clId="{093AEDAC-1BDE-401D-83A2-FC1A90DFFFD4}" dt="2026-10-11T14:58:53.727" v="2024" actId="164"/>
          <ac:spMkLst>
            <pc:docMk/>
            <pc:sldMk cId="4112398270" sldId="279"/>
            <ac:spMk id="5" creationId="{998D858B-0C2B-2AFB-C67C-E080F1C0616C}"/>
          </ac:spMkLst>
        </pc:spChg>
        <pc:spChg chg="add mod">
          <ac:chgData name="Kiều Trịnh" userId="b5e8dd2f7e2de3fe" providerId="LiveId" clId="{093AEDAC-1BDE-401D-83A2-FC1A90DFFFD4}" dt="2026-10-11T14:58:53.727" v="2024" actId="164"/>
          <ac:spMkLst>
            <pc:docMk/>
            <pc:sldMk cId="4112398270" sldId="279"/>
            <ac:spMk id="7" creationId="{94EC81E6-9FA9-BD87-68D4-77142179C5E3}"/>
          </ac:spMkLst>
        </pc:spChg>
        <pc:spChg chg="add mod">
          <ac:chgData name="Kiều Trịnh" userId="b5e8dd2f7e2de3fe" providerId="LiveId" clId="{093AEDAC-1BDE-401D-83A2-FC1A90DFFFD4}" dt="2026-10-11T14:58:53.727" v="2024" actId="164"/>
          <ac:spMkLst>
            <pc:docMk/>
            <pc:sldMk cId="4112398270" sldId="279"/>
            <ac:spMk id="8" creationId="{8E6C321A-8C2B-9D7E-EF16-33BA86745C5B}"/>
          </ac:spMkLst>
        </pc:spChg>
        <pc:spChg chg="add mod">
          <ac:chgData name="Kiều Trịnh" userId="b5e8dd2f7e2de3fe" providerId="LiveId" clId="{093AEDAC-1BDE-401D-83A2-FC1A90DFFFD4}" dt="2026-10-11T14:58:53.727" v="2024" actId="164"/>
          <ac:spMkLst>
            <pc:docMk/>
            <pc:sldMk cId="4112398270" sldId="279"/>
            <ac:spMk id="10" creationId="{DB29DCD3-DD41-9876-6E3A-C16FF71A7F8A}"/>
          </ac:spMkLst>
        </pc:spChg>
        <pc:spChg chg="add mod">
          <ac:chgData name="Kiều Trịnh" userId="b5e8dd2f7e2de3fe" providerId="LiveId" clId="{093AEDAC-1BDE-401D-83A2-FC1A90DFFFD4}" dt="2026-10-11T14:58:53.727" v="2024" actId="164"/>
          <ac:spMkLst>
            <pc:docMk/>
            <pc:sldMk cId="4112398270" sldId="279"/>
            <ac:spMk id="11" creationId="{D32F9EF2-77A0-0239-5B72-9837152A0888}"/>
          </ac:spMkLst>
        </pc:spChg>
        <pc:grpChg chg="add mod">
          <ac:chgData name="Kiều Trịnh" userId="b5e8dd2f7e2de3fe" providerId="LiveId" clId="{093AEDAC-1BDE-401D-83A2-FC1A90DFFFD4}" dt="2026-10-11T14:58:53.727" v="2024" actId="164"/>
          <ac:grpSpMkLst>
            <pc:docMk/>
            <pc:sldMk cId="4112398270" sldId="279"/>
            <ac:grpSpMk id="12" creationId="{71A65ED2-FAA0-B378-9CB1-83E0515CE19A}"/>
          </ac:grpSpMkLst>
        </pc:grpChg>
      </pc:sldChg>
      <pc:sldChg chg="addSp delSp modSp new mod">
        <pc:chgData name="Kiều Trịnh" userId="b5e8dd2f7e2de3fe" providerId="LiveId" clId="{093AEDAC-1BDE-401D-83A2-FC1A90DFFFD4}" dt="2026-10-11T14:59:38.854" v="2030" actId="164"/>
        <pc:sldMkLst>
          <pc:docMk/>
          <pc:sldMk cId="3222778794" sldId="280"/>
        </pc:sldMkLst>
        <pc:spChg chg="add del">
          <ac:chgData name="Kiều Trịnh" userId="b5e8dd2f7e2de3fe" providerId="LiveId" clId="{093AEDAC-1BDE-401D-83A2-FC1A90DFFFD4}" dt="2026-10-11T14:30:54.712" v="1842" actId="22"/>
          <ac:spMkLst>
            <pc:docMk/>
            <pc:sldMk cId="3222778794" sldId="280"/>
            <ac:spMk id="3" creationId="{E42764B2-4512-0E2C-C645-196B73B8B9F3}"/>
          </ac:spMkLst>
        </pc:spChg>
        <pc:spChg chg="add mod">
          <ac:chgData name="Kiều Trịnh" userId="b5e8dd2f7e2de3fe" providerId="LiveId" clId="{093AEDAC-1BDE-401D-83A2-FC1A90DFFFD4}" dt="2026-10-11T14:59:38.854" v="2030" actId="164"/>
          <ac:spMkLst>
            <pc:docMk/>
            <pc:sldMk cId="3222778794" sldId="280"/>
            <ac:spMk id="5" creationId="{1614FE1C-7904-F7D6-BA9E-9C823F9E4845}"/>
          </ac:spMkLst>
        </pc:spChg>
        <pc:spChg chg="add mod">
          <ac:chgData name="Kiều Trịnh" userId="b5e8dd2f7e2de3fe" providerId="LiveId" clId="{093AEDAC-1BDE-401D-83A2-FC1A90DFFFD4}" dt="2026-10-11T14:59:38.854" v="2030" actId="164"/>
          <ac:spMkLst>
            <pc:docMk/>
            <pc:sldMk cId="3222778794" sldId="280"/>
            <ac:spMk id="7" creationId="{F06C1C2E-F15C-1F96-CFC6-D9FF3F42172A}"/>
          </ac:spMkLst>
        </pc:spChg>
        <pc:spChg chg="add mod">
          <ac:chgData name="Kiều Trịnh" userId="b5e8dd2f7e2de3fe" providerId="LiveId" clId="{093AEDAC-1BDE-401D-83A2-FC1A90DFFFD4}" dt="2026-10-11T14:59:38.854" v="2030" actId="164"/>
          <ac:spMkLst>
            <pc:docMk/>
            <pc:sldMk cId="3222778794" sldId="280"/>
            <ac:spMk id="9" creationId="{9D8396AB-9EF9-6670-8D2A-C8C6FEC9339B}"/>
          </ac:spMkLst>
        </pc:spChg>
        <pc:spChg chg="add mod">
          <ac:chgData name="Kiều Trịnh" userId="b5e8dd2f7e2de3fe" providerId="LiveId" clId="{093AEDAC-1BDE-401D-83A2-FC1A90DFFFD4}" dt="2026-10-11T14:59:38.854" v="2030" actId="164"/>
          <ac:spMkLst>
            <pc:docMk/>
            <pc:sldMk cId="3222778794" sldId="280"/>
            <ac:spMk id="11" creationId="{DE1BEEF0-1075-DB0D-06FE-4AFC5CB50776}"/>
          </ac:spMkLst>
        </pc:spChg>
        <pc:spChg chg="add del mod">
          <ac:chgData name="Kiều Trịnh" userId="b5e8dd2f7e2de3fe" providerId="LiveId" clId="{093AEDAC-1BDE-401D-83A2-FC1A90DFFFD4}" dt="2026-10-11T14:45:16.971" v="1963"/>
          <ac:spMkLst>
            <pc:docMk/>
            <pc:sldMk cId="3222778794" sldId="280"/>
            <ac:spMk id="12" creationId="{C021E5EE-F38E-900A-DA07-2FA75A41CABF}"/>
          </ac:spMkLst>
        </pc:spChg>
        <pc:spChg chg="add mod">
          <ac:chgData name="Kiều Trịnh" userId="b5e8dd2f7e2de3fe" providerId="LiveId" clId="{093AEDAC-1BDE-401D-83A2-FC1A90DFFFD4}" dt="2026-10-11T14:59:38.854" v="2030" actId="164"/>
          <ac:spMkLst>
            <pc:docMk/>
            <pc:sldMk cId="3222778794" sldId="280"/>
            <ac:spMk id="14" creationId="{6EF873D6-3D75-7361-D046-A91E439E2B84}"/>
          </ac:spMkLst>
        </pc:spChg>
        <pc:spChg chg="add del mod">
          <ac:chgData name="Kiều Trịnh" userId="b5e8dd2f7e2de3fe" providerId="LiveId" clId="{093AEDAC-1BDE-401D-83A2-FC1A90DFFFD4}" dt="2026-10-11T14:46:16.596" v="1976"/>
          <ac:spMkLst>
            <pc:docMk/>
            <pc:sldMk cId="3222778794" sldId="280"/>
            <ac:spMk id="15" creationId="{B3F20D79-513A-E123-60F1-886EA85BA890}"/>
          </ac:spMkLst>
        </pc:spChg>
        <pc:grpChg chg="add mod">
          <ac:chgData name="Kiều Trịnh" userId="b5e8dd2f7e2de3fe" providerId="LiveId" clId="{093AEDAC-1BDE-401D-83A2-FC1A90DFFFD4}" dt="2026-10-11T14:59:38.854" v="2030" actId="164"/>
          <ac:grpSpMkLst>
            <pc:docMk/>
            <pc:sldMk cId="3222778794" sldId="280"/>
            <ac:grpSpMk id="16" creationId="{8245FD24-5D4B-EB65-8943-29A6635AA8C4}"/>
          </ac:grpSpMkLst>
        </pc:grpChg>
      </pc:sldChg>
      <pc:sldChg chg="addSp modSp new mod">
        <pc:chgData name="Kiều Trịnh" userId="b5e8dd2f7e2de3fe" providerId="LiveId" clId="{093AEDAC-1BDE-401D-83A2-FC1A90DFFFD4}" dt="2026-10-11T14:31:30.011" v="1847" actId="1076"/>
        <pc:sldMkLst>
          <pc:docMk/>
          <pc:sldMk cId="347232657" sldId="281"/>
        </pc:sldMkLst>
        <pc:spChg chg="add mod">
          <ac:chgData name="Kiều Trịnh" userId="b5e8dd2f7e2de3fe" providerId="LiveId" clId="{093AEDAC-1BDE-401D-83A2-FC1A90DFFFD4}" dt="2026-10-11T14:31:30.011" v="1847" actId="1076"/>
          <ac:spMkLst>
            <pc:docMk/>
            <pc:sldMk cId="347232657" sldId="281"/>
            <ac:spMk id="3" creationId="{2C677B52-583A-0E8B-3696-80021603153E}"/>
          </ac:spMkLst>
        </pc:spChg>
        <pc:spChg chg="add mod">
          <ac:chgData name="Kiều Trịnh" userId="b5e8dd2f7e2de3fe" providerId="LiveId" clId="{093AEDAC-1BDE-401D-83A2-FC1A90DFFFD4}" dt="2026-10-11T14:31:30.011" v="1847" actId="1076"/>
          <ac:spMkLst>
            <pc:docMk/>
            <pc:sldMk cId="347232657" sldId="281"/>
            <ac:spMk id="5" creationId="{0589CEBE-108A-A5C4-8ECA-74CAB5A6A7B8}"/>
          </ac:spMkLst>
        </pc:spChg>
      </pc:sldChg>
      <pc:sldChg chg="addSp delSp new del mod">
        <pc:chgData name="Kiều Trịnh" userId="b5e8dd2f7e2de3fe" providerId="LiveId" clId="{093AEDAC-1BDE-401D-83A2-FC1A90DFFFD4}" dt="2026-10-11T14:31:40.502" v="1851" actId="680"/>
        <pc:sldMkLst>
          <pc:docMk/>
          <pc:sldMk cId="525942398" sldId="282"/>
        </pc:sldMkLst>
        <pc:spChg chg="add del">
          <ac:chgData name="Kiều Trịnh" userId="b5e8dd2f7e2de3fe" providerId="LiveId" clId="{093AEDAC-1BDE-401D-83A2-FC1A90DFFFD4}" dt="2026-10-11T14:31:40.347" v="1850" actId="22"/>
          <ac:spMkLst>
            <pc:docMk/>
            <pc:sldMk cId="525942398" sldId="282"/>
            <ac:spMk id="3" creationId="{529D32C7-F069-7385-4900-28E3A6608902}"/>
          </ac:spMkLst>
        </pc:spChg>
      </pc:sldChg>
      <pc:sldChg chg="addSp modSp new mod">
        <pc:chgData name="Kiều Trịnh" userId="b5e8dd2f7e2de3fe" providerId="LiveId" clId="{093AEDAC-1BDE-401D-83A2-FC1A90DFFFD4}" dt="2026-10-11T15:00:39.474" v="2034" actId="164"/>
        <pc:sldMkLst>
          <pc:docMk/>
          <pc:sldMk cId="2333520897" sldId="282"/>
        </pc:sldMkLst>
        <pc:spChg chg="add mod">
          <ac:chgData name="Kiều Trịnh" userId="b5e8dd2f7e2de3fe" providerId="LiveId" clId="{093AEDAC-1BDE-401D-83A2-FC1A90DFFFD4}" dt="2026-10-11T15:00:39.474" v="2034" actId="164"/>
          <ac:spMkLst>
            <pc:docMk/>
            <pc:sldMk cId="2333520897" sldId="282"/>
            <ac:spMk id="3" creationId="{03DD08AE-6056-FC7A-E496-839ED998B731}"/>
          </ac:spMkLst>
        </pc:spChg>
        <pc:spChg chg="add mod">
          <ac:chgData name="Kiều Trịnh" userId="b5e8dd2f7e2de3fe" providerId="LiveId" clId="{093AEDAC-1BDE-401D-83A2-FC1A90DFFFD4}" dt="2026-10-11T15:00:39.474" v="2034" actId="164"/>
          <ac:spMkLst>
            <pc:docMk/>
            <pc:sldMk cId="2333520897" sldId="282"/>
            <ac:spMk id="5" creationId="{51005B46-B4D3-6D1E-4B18-97C2F8F0CFFC}"/>
          </ac:spMkLst>
        </pc:spChg>
        <pc:spChg chg="add mod">
          <ac:chgData name="Kiều Trịnh" userId="b5e8dd2f7e2de3fe" providerId="LiveId" clId="{093AEDAC-1BDE-401D-83A2-FC1A90DFFFD4}" dt="2026-10-11T15:00:39.474" v="2034" actId="164"/>
          <ac:spMkLst>
            <pc:docMk/>
            <pc:sldMk cId="2333520897" sldId="282"/>
            <ac:spMk id="7" creationId="{B1427250-D06E-1872-E337-AFC7BD50348E}"/>
          </ac:spMkLst>
        </pc:spChg>
        <pc:spChg chg="add mod">
          <ac:chgData name="Kiều Trịnh" userId="b5e8dd2f7e2de3fe" providerId="LiveId" clId="{093AEDAC-1BDE-401D-83A2-FC1A90DFFFD4}" dt="2026-10-11T15:00:39.474" v="2034" actId="164"/>
          <ac:spMkLst>
            <pc:docMk/>
            <pc:sldMk cId="2333520897" sldId="282"/>
            <ac:spMk id="9" creationId="{9BCFFCB7-8686-44AD-6F63-0ADCBD528565}"/>
          </ac:spMkLst>
        </pc:spChg>
        <pc:spChg chg="add mod">
          <ac:chgData name="Kiều Trịnh" userId="b5e8dd2f7e2de3fe" providerId="LiveId" clId="{093AEDAC-1BDE-401D-83A2-FC1A90DFFFD4}" dt="2026-10-11T15:00:39.474" v="2034" actId="164"/>
          <ac:spMkLst>
            <pc:docMk/>
            <pc:sldMk cId="2333520897" sldId="282"/>
            <ac:spMk id="11" creationId="{6EE3678C-929F-7EC1-BA95-3F2A7F7F8C4B}"/>
          </ac:spMkLst>
        </pc:spChg>
        <pc:spChg chg="add mod">
          <ac:chgData name="Kiều Trịnh" userId="b5e8dd2f7e2de3fe" providerId="LiveId" clId="{093AEDAC-1BDE-401D-83A2-FC1A90DFFFD4}" dt="2026-10-11T15:00:39.474" v="2034" actId="164"/>
          <ac:spMkLst>
            <pc:docMk/>
            <pc:sldMk cId="2333520897" sldId="282"/>
            <ac:spMk id="13" creationId="{CE384A20-2920-94F9-14DE-9F5DA862D910}"/>
          </ac:spMkLst>
        </pc:spChg>
        <pc:grpChg chg="add mod">
          <ac:chgData name="Kiều Trịnh" userId="b5e8dd2f7e2de3fe" providerId="LiveId" clId="{093AEDAC-1BDE-401D-83A2-FC1A90DFFFD4}" dt="2026-10-11T15:00:39.474" v="2034" actId="164"/>
          <ac:grpSpMkLst>
            <pc:docMk/>
            <pc:sldMk cId="2333520897" sldId="282"/>
            <ac:grpSpMk id="14" creationId="{49BF9D92-515F-8DE9-4823-C8D97230926B}"/>
          </ac:grpSpMkLst>
        </pc:grpChg>
      </pc:sldChg>
      <pc:sldChg chg="addSp modSp new mod">
        <pc:chgData name="Kiều Trịnh" userId="b5e8dd2f7e2de3fe" providerId="LiveId" clId="{093AEDAC-1BDE-401D-83A2-FC1A90DFFFD4}" dt="2026-10-11T14:59:57.861" v="2031" actId="164"/>
        <pc:sldMkLst>
          <pc:docMk/>
          <pc:sldMk cId="1567775328" sldId="283"/>
        </pc:sldMkLst>
        <pc:spChg chg="add mod">
          <ac:chgData name="Kiều Trịnh" userId="b5e8dd2f7e2de3fe" providerId="LiveId" clId="{093AEDAC-1BDE-401D-83A2-FC1A90DFFFD4}" dt="2026-10-11T14:59:57.861" v="2031" actId="164"/>
          <ac:spMkLst>
            <pc:docMk/>
            <pc:sldMk cId="1567775328" sldId="283"/>
            <ac:spMk id="3" creationId="{47EBE803-9237-F8BE-2C7A-C0B3269CD2E3}"/>
          </ac:spMkLst>
        </pc:spChg>
        <pc:spChg chg="add mod">
          <ac:chgData name="Kiều Trịnh" userId="b5e8dd2f7e2de3fe" providerId="LiveId" clId="{093AEDAC-1BDE-401D-83A2-FC1A90DFFFD4}" dt="2026-10-11T14:59:57.861" v="2031" actId="164"/>
          <ac:spMkLst>
            <pc:docMk/>
            <pc:sldMk cId="1567775328" sldId="283"/>
            <ac:spMk id="5" creationId="{90C99793-2C47-5996-0DB7-20A99D0FBA3E}"/>
          </ac:spMkLst>
        </pc:spChg>
        <pc:spChg chg="add mod">
          <ac:chgData name="Kiều Trịnh" userId="b5e8dd2f7e2de3fe" providerId="LiveId" clId="{093AEDAC-1BDE-401D-83A2-FC1A90DFFFD4}" dt="2026-10-11T14:59:57.861" v="2031" actId="164"/>
          <ac:spMkLst>
            <pc:docMk/>
            <pc:sldMk cId="1567775328" sldId="283"/>
            <ac:spMk id="7" creationId="{9DE6259A-BF26-A49B-843A-CF967EBE2742}"/>
          </ac:spMkLst>
        </pc:spChg>
        <pc:spChg chg="add mod">
          <ac:chgData name="Kiều Trịnh" userId="b5e8dd2f7e2de3fe" providerId="LiveId" clId="{093AEDAC-1BDE-401D-83A2-FC1A90DFFFD4}" dt="2026-10-11T14:59:57.861" v="2031" actId="164"/>
          <ac:spMkLst>
            <pc:docMk/>
            <pc:sldMk cId="1567775328" sldId="283"/>
            <ac:spMk id="9" creationId="{E31E231B-197A-E3A9-087F-8E9CBDA9D74B}"/>
          </ac:spMkLst>
        </pc:spChg>
        <pc:spChg chg="add mod">
          <ac:chgData name="Kiều Trịnh" userId="b5e8dd2f7e2de3fe" providerId="LiveId" clId="{093AEDAC-1BDE-401D-83A2-FC1A90DFFFD4}" dt="2026-10-11T14:59:57.861" v="2031" actId="164"/>
          <ac:spMkLst>
            <pc:docMk/>
            <pc:sldMk cId="1567775328" sldId="283"/>
            <ac:spMk id="11" creationId="{F6E4021A-9F38-8B4C-1A70-37CE4881BA51}"/>
          </ac:spMkLst>
        </pc:spChg>
        <pc:spChg chg="add mod">
          <ac:chgData name="Kiều Trịnh" userId="b5e8dd2f7e2de3fe" providerId="LiveId" clId="{093AEDAC-1BDE-401D-83A2-FC1A90DFFFD4}" dt="2026-10-11T14:59:57.861" v="2031" actId="164"/>
          <ac:spMkLst>
            <pc:docMk/>
            <pc:sldMk cId="1567775328" sldId="283"/>
            <ac:spMk id="13" creationId="{151BFE3B-6A37-F295-C194-278CE437BEC1}"/>
          </ac:spMkLst>
        </pc:spChg>
        <pc:spChg chg="add mod">
          <ac:chgData name="Kiều Trịnh" userId="b5e8dd2f7e2de3fe" providerId="LiveId" clId="{093AEDAC-1BDE-401D-83A2-FC1A90DFFFD4}" dt="2026-10-11T14:59:57.861" v="2031" actId="164"/>
          <ac:spMkLst>
            <pc:docMk/>
            <pc:sldMk cId="1567775328" sldId="283"/>
            <ac:spMk id="15" creationId="{1914EB7D-831A-FFE3-6902-CB45219391F2}"/>
          </ac:spMkLst>
        </pc:spChg>
        <pc:grpChg chg="add mod">
          <ac:chgData name="Kiều Trịnh" userId="b5e8dd2f7e2de3fe" providerId="LiveId" clId="{093AEDAC-1BDE-401D-83A2-FC1A90DFFFD4}" dt="2026-10-11T14:59:57.861" v="2031" actId="164"/>
          <ac:grpSpMkLst>
            <pc:docMk/>
            <pc:sldMk cId="1567775328" sldId="283"/>
            <ac:grpSpMk id="16" creationId="{F2E19CBC-D1C5-9BFC-DDF1-7E57CF71D1E8}"/>
          </ac:grpSpMkLst>
        </pc:grpChg>
      </pc:sldChg>
      <pc:sldChg chg="addSp modSp new mod">
        <pc:chgData name="Kiều Trịnh" userId="b5e8dd2f7e2de3fe" providerId="LiveId" clId="{093AEDAC-1BDE-401D-83A2-FC1A90DFFFD4}" dt="2026-10-11T15:00:24.147" v="2033" actId="13822"/>
        <pc:sldMkLst>
          <pc:docMk/>
          <pc:sldMk cId="1827142103" sldId="284"/>
        </pc:sldMkLst>
        <pc:spChg chg="add mod">
          <ac:chgData name="Kiều Trịnh" userId="b5e8dd2f7e2de3fe" providerId="LiveId" clId="{093AEDAC-1BDE-401D-83A2-FC1A90DFFFD4}" dt="2026-10-11T15:00:24.147" v="2033" actId="13822"/>
          <ac:spMkLst>
            <pc:docMk/>
            <pc:sldMk cId="1827142103" sldId="284"/>
            <ac:spMk id="3" creationId="{F7D01E27-4B06-59CB-3045-B8D3F807286D}"/>
          </ac:spMkLst>
        </pc:spChg>
        <pc:spChg chg="add mod">
          <ac:chgData name="Kiều Trịnh" userId="b5e8dd2f7e2de3fe" providerId="LiveId" clId="{093AEDAC-1BDE-401D-83A2-FC1A90DFFFD4}" dt="2026-10-11T15:00:17.729" v="2032" actId="164"/>
          <ac:spMkLst>
            <pc:docMk/>
            <pc:sldMk cId="1827142103" sldId="284"/>
            <ac:spMk id="5" creationId="{815519F3-1D43-A31C-342D-DD46E1444D75}"/>
          </ac:spMkLst>
        </pc:spChg>
        <pc:spChg chg="add mod">
          <ac:chgData name="Kiều Trịnh" userId="b5e8dd2f7e2de3fe" providerId="LiveId" clId="{093AEDAC-1BDE-401D-83A2-FC1A90DFFFD4}" dt="2026-10-11T15:00:17.729" v="2032" actId="164"/>
          <ac:spMkLst>
            <pc:docMk/>
            <pc:sldMk cId="1827142103" sldId="284"/>
            <ac:spMk id="7" creationId="{8FB24443-0C8A-9219-76C9-6F7B76F2CD27}"/>
          </ac:spMkLst>
        </pc:spChg>
        <pc:spChg chg="add mod">
          <ac:chgData name="Kiều Trịnh" userId="b5e8dd2f7e2de3fe" providerId="LiveId" clId="{093AEDAC-1BDE-401D-83A2-FC1A90DFFFD4}" dt="2026-10-11T15:00:17.729" v="2032" actId="164"/>
          <ac:spMkLst>
            <pc:docMk/>
            <pc:sldMk cId="1827142103" sldId="284"/>
            <ac:spMk id="9" creationId="{AF2B9E35-C2C4-E191-EE9A-96714EE1B7E7}"/>
          </ac:spMkLst>
        </pc:spChg>
        <pc:spChg chg="add mod">
          <ac:chgData name="Kiều Trịnh" userId="b5e8dd2f7e2de3fe" providerId="LiveId" clId="{093AEDAC-1BDE-401D-83A2-FC1A90DFFFD4}" dt="2026-10-11T15:00:17.729" v="2032" actId="164"/>
          <ac:spMkLst>
            <pc:docMk/>
            <pc:sldMk cId="1827142103" sldId="284"/>
            <ac:spMk id="11" creationId="{1AE541EC-20E0-7819-F8C3-D94A9B4EB21B}"/>
          </ac:spMkLst>
        </pc:spChg>
        <pc:spChg chg="add mod">
          <ac:chgData name="Kiều Trịnh" userId="b5e8dd2f7e2de3fe" providerId="LiveId" clId="{093AEDAC-1BDE-401D-83A2-FC1A90DFFFD4}" dt="2026-10-11T15:00:17.729" v="2032" actId="164"/>
          <ac:spMkLst>
            <pc:docMk/>
            <pc:sldMk cId="1827142103" sldId="284"/>
            <ac:spMk id="13" creationId="{D96957EC-5682-C978-0507-9728E439BE4F}"/>
          </ac:spMkLst>
        </pc:spChg>
        <pc:grpChg chg="add mod">
          <ac:chgData name="Kiều Trịnh" userId="b5e8dd2f7e2de3fe" providerId="LiveId" clId="{093AEDAC-1BDE-401D-83A2-FC1A90DFFFD4}" dt="2026-10-11T15:00:17.729" v="2032" actId="164"/>
          <ac:grpSpMkLst>
            <pc:docMk/>
            <pc:sldMk cId="1827142103" sldId="284"/>
            <ac:grpSpMk id="14" creationId="{228FAAC7-EB0B-479D-AC31-8BF020DA2C4D}"/>
          </ac:grpSpMkLst>
        </pc:grpChg>
      </pc:sldChg>
      <pc:sldChg chg="addSp modSp new mod">
        <pc:chgData name="Kiều Trịnh" userId="b5e8dd2f7e2de3fe" providerId="LiveId" clId="{093AEDAC-1BDE-401D-83A2-FC1A90DFFFD4}" dt="2026-10-11T14:52:51.877" v="2010" actId="1076"/>
        <pc:sldMkLst>
          <pc:docMk/>
          <pc:sldMk cId="2319698688" sldId="285"/>
        </pc:sldMkLst>
        <pc:picChg chg="add mod">
          <ac:chgData name="Kiều Trịnh" userId="b5e8dd2f7e2de3fe" providerId="LiveId" clId="{093AEDAC-1BDE-401D-83A2-FC1A90DFFFD4}" dt="2026-10-11T14:52:51.877" v="2010" actId="1076"/>
          <ac:picMkLst>
            <pc:docMk/>
            <pc:sldMk cId="2319698688" sldId="285"/>
            <ac:picMk id="2" creationId="{96D5CEE5-E159-C429-F078-67529C23333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038BB-F1EE-EA99-0066-A30D4AF51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C6252-EDEB-CFB8-3CDF-D97EB93DE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48883-53D8-23AF-E6FB-4BB12AFB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A275-22B7-419C-8BEF-C92FD138862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B5C78-A84D-F8D3-D02C-E60FBF2E1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04329-F9F9-D74C-9CD0-C07C5445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34A5B-1229-406A-9E94-5C0A2994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3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5DE30-3974-B018-9029-DA51D6726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D9E3A-9C5A-0047-2725-71113103D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616FF-1512-DD7F-D189-A27C87D7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A275-22B7-419C-8BEF-C92FD138862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4461F-7214-BD5A-58E1-3C634D068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18C57-076E-268C-BC34-4148E0B9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34A5B-1229-406A-9E94-5C0A2994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9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1677A-EF02-CCAE-933A-693CB52BC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E7558-3F7B-1EFD-AD35-1A1EC35C4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060-C0BA-507F-246C-218A818F5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A275-22B7-419C-8BEF-C92FD138862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BBF4-2188-9E6D-1732-26E3A560B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425D7-F9A0-A7C3-4FDF-9C2731C54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34A5B-1229-406A-9E94-5C0A2994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4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C6E3C-3B73-2720-36A5-A2DDD662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C3133-E925-9470-CCB9-8A0D04E89E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1DBCB-D0DD-6A4B-EBA2-B1F0403DD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07BF7-ED00-9CA4-9BAB-B1769EA2B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A275-22B7-419C-8BEF-C92FD138862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7623B-7B22-D267-31A2-C0C2842DE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ABF57-65D8-AAD5-42EB-4D1A20897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34A5B-1229-406A-9E94-5C0A2994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7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DC58-9188-273B-3B0B-365501EB1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F0A8C-8D45-EF4C-8EBC-9C3590501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D18A84-B344-6F0A-5D09-FF60FDFC5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940D43-27AA-5851-FC18-B63C7AF9D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E4392E-138B-21CD-16C2-59AC780B81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2560A0-6F25-2E0F-9E18-252B923DA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A275-22B7-419C-8BEF-C92FD138862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48491C-B468-9BAC-C204-4E6D54265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7F7856-8502-7E6F-CB68-82BAE1146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34A5B-1229-406A-9E94-5C0A2994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19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1F9A2-0B11-FB7A-2162-9ECAA0EA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5707EA-37D2-BBAB-C6B2-BB95E039D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A275-22B7-419C-8BEF-C92FD138862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834066-5C71-06C1-534E-98A0DBFA0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186AA-66B5-0442-A7B8-C5A7D1D46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34A5B-1229-406A-9E94-5C0A2994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92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25C616-3F34-AF30-37FC-6D7EDA845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A275-22B7-419C-8BEF-C92FD138862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EEB6E0-180D-E75B-4852-184D96B04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609F0-A3C5-B8DA-C3CC-18810CE0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34A5B-1229-406A-9E94-5C0A2994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78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EEFD-E72F-CA7A-9B92-23912B8FC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F47B8-F896-E1F9-4C05-02C167DED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2B214-0064-EE4B-CAE3-D8688772A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2781A-1975-1734-A51E-22EB0B93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A275-22B7-419C-8BEF-C92FD138862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27108-E13E-F5D7-0B1E-1F5EBAE1A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8C0D3-69C7-4E8E-83FF-FEF783E3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34A5B-1229-406A-9E94-5C0A2994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71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9F589-777E-45BD-A2AC-0E9EFAA17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913C05-08F9-FC1B-DA48-3080F65CCFB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AA32B-0C44-4B0E-9397-C35B30D64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82AF2-1FED-D176-B256-90763FCAD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A275-22B7-419C-8BEF-C92FD138862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FD487-00AB-A7BC-D425-5F376EDA3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F36F5-7808-4B18-6941-452FD0414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34A5B-1229-406A-9E94-5C0A2994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29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21E67-9E23-B80A-62C1-E584A9D51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C87B5-27F5-FF10-BBA6-B6B92794A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F1CFE-0683-BE4B-CD3F-0A522D98E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A275-22B7-419C-8BEF-C92FD138862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49DB0-A42B-7130-7B8B-C5E9F6C24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46F85-A4BE-A5EA-B970-F60CA06D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34A5B-1229-406A-9E94-5C0A2994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22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17EE1E-9D0B-4561-C50E-8436CBC2B5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5E92F-0D7E-E533-F806-0C7BFB00D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B6B63-9AB5-BD39-2EA8-7437BF440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A275-22B7-419C-8BEF-C92FD138862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4B515-3DFC-9312-7661-47789FC4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1EB65-3C33-B409-335A-B379ED4C0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34A5B-1229-406A-9E94-5C0A2994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79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751BDE-03F0-494E-F630-FB120CFEE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35723-7D78-182A-47F2-BF3755ABB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0FB12-10DA-EA87-3390-E1FED3A95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24A275-22B7-419C-8BEF-C92FD138862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451EC-3E76-7503-40B3-FC27629D2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7D4A-24F6-821E-94BE-1B93F13D9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34A5B-1229-406A-9E94-5C0A2994F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7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0E2A6-17C3-FB7A-767B-0F564B2A75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1FBD1-555B-F88B-9F6D-606F67E479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02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66F0D2-61C2-BDF8-2511-639B2C69319F}"/>
              </a:ext>
            </a:extLst>
          </p:cNvPr>
          <p:cNvSpPr txBox="1"/>
          <p:nvPr/>
        </p:nvSpPr>
        <p:spPr>
          <a:xfrm>
            <a:off x="2042160" y="1534160"/>
            <a:ext cx="1722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Action item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869242-7FE2-D598-244F-2495AFF591E8}"/>
              </a:ext>
            </a:extLst>
          </p:cNvPr>
          <p:cNvSpPr txBox="1"/>
          <p:nvPr/>
        </p:nvSpPr>
        <p:spPr>
          <a:xfrm>
            <a:off x="1849120" y="1930400"/>
            <a:ext cx="400231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1.1 RTL to GDSII flow</a:t>
            </a:r>
          </a:p>
          <a:p>
            <a:r>
              <a:rPr lang="en-US"/>
              <a:t>1.2 PPA </a:t>
            </a:r>
          </a:p>
          <a:p>
            <a:r>
              <a:rPr lang="en-US"/>
              <a:t>1.3 Input file PnR : .gdc &amp; .upf</a:t>
            </a:r>
          </a:p>
          <a:p>
            <a:r>
              <a:rPr lang="en-US"/>
              <a:t>1.4 DEF : input and output each stages</a:t>
            </a:r>
          </a:p>
          <a:p>
            <a:r>
              <a:rPr lang="en-US"/>
              <a:t>1.5 liberty </a:t>
            </a:r>
            <a:r>
              <a:rPr lang="vi-VN"/>
              <a:t>contain </a:t>
            </a:r>
          </a:p>
          <a:p>
            <a:r>
              <a:rPr lang="vi-VN"/>
              <a:t>1.6 Different between LEF and DEF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214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690F85F0-6251-4053-DE50-109F646044B9}"/>
              </a:ext>
            </a:extLst>
          </p:cNvPr>
          <p:cNvGrpSpPr/>
          <p:nvPr/>
        </p:nvGrpSpPr>
        <p:grpSpPr>
          <a:xfrm>
            <a:off x="625642" y="216585"/>
            <a:ext cx="9251589" cy="5980748"/>
            <a:chOff x="625642" y="216585"/>
            <a:chExt cx="9251589" cy="598074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07E18B3-DEE9-7DE1-B9BE-8D63C40CBB4C}"/>
                </a:ext>
              </a:extLst>
            </p:cNvPr>
            <p:cNvSpPr/>
            <p:nvPr/>
          </p:nvSpPr>
          <p:spPr>
            <a:xfrm>
              <a:off x="3043990" y="216585"/>
              <a:ext cx="2971800" cy="3918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Architecture Specification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43155C-0118-5F52-0836-60B892DB8544}"/>
                </a:ext>
              </a:extLst>
            </p:cNvPr>
            <p:cNvSpPr/>
            <p:nvPr/>
          </p:nvSpPr>
          <p:spPr>
            <a:xfrm>
              <a:off x="3043990" y="751898"/>
              <a:ext cx="2971800" cy="3918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RTL Coding &amp; Integration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22A18C1-452A-0F3B-BE84-B7F6A62C5834}"/>
                </a:ext>
              </a:extLst>
            </p:cNvPr>
            <p:cNvSpPr/>
            <p:nvPr/>
          </p:nvSpPr>
          <p:spPr>
            <a:xfrm>
              <a:off x="3043990" y="1219201"/>
              <a:ext cx="2971800" cy="3918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RTL Verification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574AE30-EBBE-C5DE-0085-E73E7AED66D8}"/>
                </a:ext>
              </a:extLst>
            </p:cNvPr>
            <p:cNvSpPr/>
            <p:nvPr/>
          </p:nvSpPr>
          <p:spPr>
            <a:xfrm>
              <a:off x="3043990" y="1686504"/>
              <a:ext cx="2971800" cy="3918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DFT, Synthesis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947BCE3-833A-3DF1-C246-35A157AC981B}"/>
                </a:ext>
              </a:extLst>
            </p:cNvPr>
            <p:cNvSpPr/>
            <p:nvPr/>
          </p:nvSpPr>
          <p:spPr>
            <a:xfrm>
              <a:off x="3043990" y="2270365"/>
              <a:ext cx="2971800" cy="3918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Physical Implementation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FF6DC7D-DD20-DB2F-BD76-05B78C040C14}"/>
                </a:ext>
              </a:extLst>
            </p:cNvPr>
            <p:cNvSpPr/>
            <p:nvPr/>
          </p:nvSpPr>
          <p:spPr>
            <a:xfrm>
              <a:off x="3043990" y="2859894"/>
              <a:ext cx="2971800" cy="3918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Post-layout Verification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CF9F2B-4498-5CF2-6FB8-4093C5013ECA}"/>
                </a:ext>
              </a:extLst>
            </p:cNvPr>
            <p:cNvSpPr/>
            <p:nvPr/>
          </p:nvSpPr>
          <p:spPr>
            <a:xfrm>
              <a:off x="3043990" y="3400870"/>
              <a:ext cx="2971800" cy="6142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Physical Verification</a:t>
              </a:r>
              <a:r>
                <a:rPr lang="vi-VN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and </a:t>
              </a:r>
              <a:r>
                <a:rPr lang="en-US">
                  <a:solidFill>
                    <a:schemeClr val="tx1"/>
                  </a:solidFill>
                </a:rPr>
                <a:t>Sign-off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7A50BBE-4A6A-0D56-4C4B-5453670614C7}"/>
                </a:ext>
              </a:extLst>
            </p:cNvPr>
            <p:cNvSpPr txBox="1"/>
            <p:nvPr/>
          </p:nvSpPr>
          <p:spPr>
            <a:xfrm>
              <a:off x="4015246" y="4185634"/>
              <a:ext cx="198692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Tape-out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DB1DE5A-D251-9C03-141F-512F86C68E17}"/>
                </a:ext>
              </a:extLst>
            </p:cNvPr>
            <p:cNvSpPr txBox="1"/>
            <p:nvPr/>
          </p:nvSpPr>
          <p:spPr>
            <a:xfrm>
              <a:off x="6432586" y="820618"/>
              <a:ext cx="17652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RTL Design </a:t>
              </a:r>
            </a:p>
            <a:p>
              <a:r>
                <a:rPr lang="en-US"/>
                <a:t>RTL Verification 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42437D4-C9A4-A7F9-B578-0B73645612AE}"/>
                </a:ext>
              </a:extLst>
            </p:cNvPr>
            <p:cNvSpPr/>
            <p:nvPr/>
          </p:nvSpPr>
          <p:spPr>
            <a:xfrm>
              <a:off x="3043990" y="4180111"/>
              <a:ext cx="2971800" cy="39188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F5E58C1-BB5D-BEC7-2003-E8F749AB1FF8}"/>
                </a:ext>
              </a:extLst>
            </p:cNvPr>
            <p:cNvSpPr/>
            <p:nvPr/>
          </p:nvSpPr>
          <p:spPr>
            <a:xfrm>
              <a:off x="3043990" y="4716013"/>
              <a:ext cx="2971800" cy="391886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CABE127-9B6E-2E42-41DD-6C63101C44D4}"/>
                </a:ext>
              </a:extLst>
            </p:cNvPr>
            <p:cNvSpPr/>
            <p:nvPr/>
          </p:nvSpPr>
          <p:spPr>
            <a:xfrm>
              <a:off x="3043990" y="5272906"/>
              <a:ext cx="2971800" cy="391886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Fabrication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0C59969-077B-D20C-5669-078F50F3B573}"/>
                </a:ext>
              </a:extLst>
            </p:cNvPr>
            <p:cNvSpPr/>
            <p:nvPr/>
          </p:nvSpPr>
          <p:spPr>
            <a:xfrm>
              <a:off x="3043990" y="5805447"/>
              <a:ext cx="2971800" cy="391886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DD66CD3-8D2C-02FD-00FF-5B643092C8F8}"/>
                </a:ext>
              </a:extLst>
            </p:cNvPr>
            <p:cNvSpPr txBox="1"/>
            <p:nvPr/>
          </p:nvSpPr>
          <p:spPr>
            <a:xfrm>
              <a:off x="3781231" y="4737004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Mask Tooling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AB77C81-05C2-8307-C6F4-E620C1760BBC}"/>
                </a:ext>
              </a:extLst>
            </p:cNvPr>
            <p:cNvSpPr txBox="1"/>
            <p:nvPr/>
          </p:nvSpPr>
          <p:spPr>
            <a:xfrm>
              <a:off x="3781231" y="5826310"/>
              <a:ext cx="16628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Package &amp; Test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97214E6-E00E-BCD3-33F9-92255292416F}"/>
                </a:ext>
              </a:extLst>
            </p:cNvPr>
            <p:cNvSpPr txBox="1"/>
            <p:nvPr/>
          </p:nvSpPr>
          <p:spPr>
            <a:xfrm>
              <a:off x="6432586" y="1683991"/>
              <a:ext cx="2642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Backend Integration (AC)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9B0714C-0D32-4196-1B9B-183ABD46A561}"/>
                </a:ext>
              </a:extLst>
            </p:cNvPr>
            <p:cNvSpPr txBox="1"/>
            <p:nvPr/>
          </p:nvSpPr>
          <p:spPr>
            <a:xfrm>
              <a:off x="6765049" y="3225347"/>
              <a:ext cx="2123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Physical Design (PI)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1429AF6-9CD7-4849-5D71-0F72920C6E95}"/>
                </a:ext>
              </a:extLst>
            </p:cNvPr>
            <p:cNvSpPr txBox="1"/>
            <p:nvPr/>
          </p:nvSpPr>
          <p:spPr>
            <a:xfrm>
              <a:off x="625642" y="5468849"/>
              <a:ext cx="22185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Production Services 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5546274-83EF-37A5-E748-4000FE07B287}"/>
                </a:ext>
              </a:extLst>
            </p:cNvPr>
            <p:cNvSpPr txBox="1"/>
            <p:nvPr/>
          </p:nvSpPr>
          <p:spPr>
            <a:xfrm>
              <a:off x="755408" y="2363138"/>
              <a:ext cx="17638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Design Services</a:t>
              </a:r>
            </a:p>
          </p:txBody>
        </p:sp>
        <p:sp>
          <p:nvSpPr>
            <p:cNvPr id="44" name="Right Brace 43">
              <a:extLst>
                <a:ext uri="{FF2B5EF4-FFF2-40B4-BE49-F238E27FC236}">
                  <a16:creationId xmlns:a16="http://schemas.microsoft.com/office/drawing/2014/main" id="{74F1434A-8DAD-B2AC-4ADF-B80EFE44B170}"/>
                </a:ext>
              </a:extLst>
            </p:cNvPr>
            <p:cNvSpPr/>
            <p:nvPr/>
          </p:nvSpPr>
          <p:spPr>
            <a:xfrm>
              <a:off x="6176212" y="1686505"/>
              <a:ext cx="160420" cy="391886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ight Brace 44">
              <a:extLst>
                <a:ext uri="{FF2B5EF4-FFF2-40B4-BE49-F238E27FC236}">
                  <a16:creationId xmlns:a16="http://schemas.microsoft.com/office/drawing/2014/main" id="{CFE74D93-E372-4F06-C055-1E19ADDFDD33}"/>
                </a:ext>
              </a:extLst>
            </p:cNvPr>
            <p:cNvSpPr/>
            <p:nvPr/>
          </p:nvSpPr>
          <p:spPr>
            <a:xfrm>
              <a:off x="6176212" y="2270365"/>
              <a:ext cx="414800" cy="2277507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Left Brace 46">
              <a:extLst>
                <a:ext uri="{FF2B5EF4-FFF2-40B4-BE49-F238E27FC236}">
                  <a16:creationId xmlns:a16="http://schemas.microsoft.com/office/drawing/2014/main" id="{B91778E7-D6D1-42F2-D83E-F9175EF2808B}"/>
                </a:ext>
              </a:extLst>
            </p:cNvPr>
            <p:cNvSpPr/>
            <p:nvPr/>
          </p:nvSpPr>
          <p:spPr>
            <a:xfrm>
              <a:off x="2687956" y="284595"/>
              <a:ext cx="323949" cy="4287402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ight Brace 47">
              <a:extLst>
                <a:ext uri="{FF2B5EF4-FFF2-40B4-BE49-F238E27FC236}">
                  <a16:creationId xmlns:a16="http://schemas.microsoft.com/office/drawing/2014/main" id="{8451C584-BB49-DA3B-D1FC-AC7D81A1F579}"/>
                </a:ext>
              </a:extLst>
            </p:cNvPr>
            <p:cNvSpPr/>
            <p:nvPr/>
          </p:nvSpPr>
          <p:spPr>
            <a:xfrm>
              <a:off x="6176212" y="751898"/>
              <a:ext cx="160420" cy="836635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Left Brace 48">
              <a:extLst>
                <a:ext uri="{FF2B5EF4-FFF2-40B4-BE49-F238E27FC236}">
                  <a16:creationId xmlns:a16="http://schemas.microsoft.com/office/drawing/2014/main" id="{87F7EBAC-CDB0-5D9A-9F92-7A3071B9729D}"/>
                </a:ext>
              </a:extLst>
            </p:cNvPr>
            <p:cNvSpPr/>
            <p:nvPr/>
          </p:nvSpPr>
          <p:spPr>
            <a:xfrm>
              <a:off x="2687956" y="4740829"/>
              <a:ext cx="323948" cy="1454813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362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92F6020E-D27A-6603-F950-8E52846A035F}"/>
              </a:ext>
            </a:extLst>
          </p:cNvPr>
          <p:cNvGrpSpPr/>
          <p:nvPr/>
        </p:nvGrpSpPr>
        <p:grpSpPr>
          <a:xfrm>
            <a:off x="1197008" y="1462384"/>
            <a:ext cx="5904234" cy="4580061"/>
            <a:chOff x="1197008" y="1462384"/>
            <a:chExt cx="5904234" cy="458006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2607029-A6B7-8BB6-FB5E-10D43CE1D901}"/>
                </a:ext>
              </a:extLst>
            </p:cNvPr>
            <p:cNvSpPr/>
            <p:nvPr/>
          </p:nvSpPr>
          <p:spPr>
            <a:xfrm>
              <a:off x="4759959" y="2659603"/>
              <a:ext cx="2333859" cy="3974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8761697-B856-EABF-EA5E-4530FD7774C6}"/>
                </a:ext>
              </a:extLst>
            </p:cNvPr>
            <p:cNvSpPr/>
            <p:nvPr/>
          </p:nvSpPr>
          <p:spPr>
            <a:xfrm>
              <a:off x="4765085" y="2089780"/>
              <a:ext cx="2319007" cy="4398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Floorplan</a:t>
              </a:r>
              <a:r>
                <a:rPr lang="en-US"/>
                <a:t> 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16C46B6-5018-EA9E-4B43-5C4239A4297A}"/>
                </a:ext>
              </a:extLst>
            </p:cNvPr>
            <p:cNvSpPr/>
            <p:nvPr/>
          </p:nvSpPr>
          <p:spPr>
            <a:xfrm>
              <a:off x="4767383" y="1462384"/>
              <a:ext cx="2326435" cy="4750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Init design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206C3B7-0EAE-32C7-7BC2-A244E2EAB6A5}"/>
                </a:ext>
              </a:extLst>
            </p:cNvPr>
            <p:cNvSpPr/>
            <p:nvPr/>
          </p:nvSpPr>
          <p:spPr>
            <a:xfrm>
              <a:off x="4759959" y="3226610"/>
              <a:ext cx="2333860" cy="109262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3E42828-85DB-39F5-726B-90208D2D2818}"/>
                </a:ext>
              </a:extLst>
            </p:cNvPr>
            <p:cNvSpPr/>
            <p:nvPr/>
          </p:nvSpPr>
          <p:spPr>
            <a:xfrm>
              <a:off x="4759960" y="4482777"/>
              <a:ext cx="2324132" cy="369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4975B4E-2AFD-CDA9-FB8F-CC28CD8CFDA3}"/>
                </a:ext>
              </a:extLst>
            </p:cNvPr>
            <p:cNvSpPr/>
            <p:nvPr/>
          </p:nvSpPr>
          <p:spPr>
            <a:xfrm>
              <a:off x="4774809" y="5673114"/>
              <a:ext cx="2309282" cy="369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2B294D-60F9-C293-7ACF-A38C96165866}"/>
                </a:ext>
              </a:extLst>
            </p:cNvPr>
            <p:cNvSpPr txBox="1"/>
            <p:nvPr/>
          </p:nvSpPr>
          <p:spPr>
            <a:xfrm>
              <a:off x="5294462" y="2693184"/>
              <a:ext cx="11641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Place Opt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DB54BF9-31D7-0D76-BC6C-A6E1DBE8B53B}"/>
                </a:ext>
              </a:extLst>
            </p:cNvPr>
            <p:cNvSpPr txBox="1"/>
            <p:nvPr/>
          </p:nvSpPr>
          <p:spPr>
            <a:xfrm>
              <a:off x="4767383" y="3187802"/>
              <a:ext cx="233385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Clock Concurrent optimization Technology (CCOPT)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CE78E13-234D-4505-76BA-6DF6B43FA71C}"/>
                </a:ext>
              </a:extLst>
            </p:cNvPr>
            <p:cNvSpPr txBox="1"/>
            <p:nvPr/>
          </p:nvSpPr>
          <p:spPr>
            <a:xfrm>
              <a:off x="5185769" y="4466815"/>
              <a:ext cx="11394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Post -CTS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DF8D56-C8AB-2CA8-F69C-F0C9F00FD54B}"/>
                </a:ext>
              </a:extLst>
            </p:cNvPr>
            <p:cNvSpPr txBox="1"/>
            <p:nvPr/>
          </p:nvSpPr>
          <p:spPr>
            <a:xfrm>
              <a:off x="5281628" y="5057318"/>
              <a:ext cx="947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Routing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E2F9ADB-6245-0272-064F-3DE8168F45EE}"/>
                </a:ext>
              </a:extLst>
            </p:cNvPr>
            <p:cNvSpPr txBox="1"/>
            <p:nvPr/>
          </p:nvSpPr>
          <p:spPr>
            <a:xfrm>
              <a:off x="5223897" y="5673113"/>
              <a:ext cx="1305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Post Route 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D5C3F0C-4BEB-DB5C-1038-A436EB741675}"/>
                </a:ext>
              </a:extLst>
            </p:cNvPr>
            <p:cNvSpPr/>
            <p:nvPr/>
          </p:nvSpPr>
          <p:spPr>
            <a:xfrm>
              <a:off x="4759959" y="5023405"/>
              <a:ext cx="2324132" cy="369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C20834A-9FB7-E143-F00F-CF2527C10C3B}"/>
                </a:ext>
              </a:extLst>
            </p:cNvPr>
            <p:cNvSpPr/>
            <p:nvPr/>
          </p:nvSpPr>
          <p:spPr>
            <a:xfrm>
              <a:off x="1197008" y="3813831"/>
              <a:ext cx="1976181" cy="37113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PnR flow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056BBDA-C174-8206-1E93-D0669D3A49FA}"/>
                </a:ext>
              </a:extLst>
            </p:cNvPr>
            <p:cNvCxnSpPr/>
            <p:nvPr/>
          </p:nvCxnSpPr>
          <p:spPr>
            <a:xfrm flipV="1">
              <a:off x="3173189" y="1761490"/>
              <a:ext cx="1601620" cy="20114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F2E7A0E-B9AC-0406-FE98-82EB59B07D9B}"/>
                </a:ext>
              </a:extLst>
            </p:cNvPr>
            <p:cNvCxnSpPr/>
            <p:nvPr/>
          </p:nvCxnSpPr>
          <p:spPr>
            <a:xfrm>
              <a:off x="3173189" y="4184963"/>
              <a:ext cx="1586770" cy="178965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1362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7DD660-022F-183A-8892-4E83F26F4453}"/>
              </a:ext>
            </a:extLst>
          </p:cNvPr>
          <p:cNvSpPr/>
          <p:nvPr/>
        </p:nvSpPr>
        <p:spPr>
          <a:xfrm>
            <a:off x="847316" y="2953950"/>
            <a:ext cx="2326435" cy="475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Init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910F32-6D2E-2091-7706-73BBCD83AE91}"/>
              </a:ext>
            </a:extLst>
          </p:cNvPr>
          <p:cNvSpPr txBox="1"/>
          <p:nvPr/>
        </p:nvSpPr>
        <p:spPr>
          <a:xfrm>
            <a:off x="4241800" y="2782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Define die/core area, utilization, I/O and macro locations, blockages, and pin placement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3C6D3-5845-97E9-5028-06DE6B463B63}"/>
              </a:ext>
            </a:extLst>
          </p:cNvPr>
          <p:cNvSpPr txBox="1"/>
          <p:nvPr/>
        </p:nvSpPr>
        <p:spPr>
          <a:xfrm>
            <a:off x="4157134" y="2413337"/>
            <a:ext cx="107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/>
              <a:t>Target</a:t>
            </a:r>
          </a:p>
        </p:txBody>
      </p:sp>
    </p:spTree>
    <p:extLst>
      <p:ext uri="{BB962C8B-B14F-4D97-AF65-F5344CB8AC3E}">
        <p14:creationId xmlns:p14="http://schemas.microsoft.com/office/powerpoint/2010/main" val="2666376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1A65ED2-FAA0-B378-9CB1-83E0515CE19A}"/>
              </a:ext>
            </a:extLst>
          </p:cNvPr>
          <p:cNvGrpSpPr/>
          <p:nvPr/>
        </p:nvGrpSpPr>
        <p:grpSpPr>
          <a:xfrm>
            <a:off x="1132885" y="2030394"/>
            <a:ext cx="10019587" cy="3596723"/>
            <a:chOff x="1132885" y="2030394"/>
            <a:chExt cx="10019587" cy="359672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F593D7C-40E2-64D4-3C6C-91F552598537}"/>
                </a:ext>
              </a:extLst>
            </p:cNvPr>
            <p:cNvSpPr/>
            <p:nvPr/>
          </p:nvSpPr>
          <p:spPr>
            <a:xfrm>
              <a:off x="1132885" y="2822343"/>
              <a:ext cx="2319007" cy="439866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Floorplan</a:t>
              </a:r>
              <a:r>
                <a:rPr lang="en-US"/>
                <a:t>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8D858B-0C2B-2AFB-C67C-E080F1C0616C}"/>
                </a:ext>
              </a:extLst>
            </p:cNvPr>
            <p:cNvSpPr txBox="1"/>
            <p:nvPr/>
          </p:nvSpPr>
          <p:spPr>
            <a:xfrm>
              <a:off x="5056472" y="2499177"/>
              <a:ext cx="6096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Define die/core area, utilization, I/O and macro locations, blockages, and pin placement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4EC81E6-9FA9-BD87-68D4-77142179C5E3}"/>
                </a:ext>
              </a:extLst>
            </p:cNvPr>
            <p:cNvSpPr txBox="1"/>
            <p:nvPr/>
          </p:nvSpPr>
          <p:spPr>
            <a:xfrm>
              <a:off x="5056472" y="2030394"/>
              <a:ext cx="10704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/>
                <a:t>Target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E6C321A-8C2B-9D7E-EF16-33BA86745C5B}"/>
                </a:ext>
              </a:extLst>
            </p:cNvPr>
            <p:cNvSpPr txBox="1"/>
            <p:nvPr/>
          </p:nvSpPr>
          <p:spPr>
            <a:xfrm>
              <a:off x="5056472" y="3387019"/>
              <a:ext cx="1647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/>
                <a:t>Key outputs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B29DCD3-DD41-9876-6E3A-C16FF71A7F8A}"/>
                </a:ext>
              </a:extLst>
            </p:cNvPr>
            <p:cNvSpPr txBox="1"/>
            <p:nvPr/>
          </p:nvSpPr>
          <p:spPr>
            <a:xfrm>
              <a:off x="5056472" y="3813196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Floorplan DEF with macros, IOs, rows, and blockages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2F9EF2-77A0-0239-5B72-9837152A0888}"/>
                </a:ext>
              </a:extLst>
            </p:cNvPr>
            <p:cNvSpPr txBox="1"/>
            <p:nvPr/>
          </p:nvSpPr>
          <p:spPr>
            <a:xfrm>
              <a:off x="1132885" y="3595792"/>
              <a:ext cx="2754793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lvl="0" indent="-285750">
                <a:buFont typeface="Wingdings" panose="05000000000000000000" pitchFamily="2" charset="2"/>
                <a:buChar char="q"/>
              </a:pPr>
              <a:r>
                <a:rPr lang="en-US"/>
                <a:t>Input:</a:t>
              </a:r>
            </a:p>
            <a:p>
              <a:pPr lvl="0"/>
              <a:r>
                <a:rPr lang="en-US"/>
                <a:t>Netlist (from Synthesis) </a:t>
              </a:r>
            </a:p>
            <a:p>
              <a:pPr lvl="0"/>
              <a:r>
                <a:rPr lang="en-US"/>
                <a:t>Technology LEF files </a:t>
              </a:r>
            </a:p>
            <a:p>
              <a:pPr lvl="0"/>
              <a:r>
                <a:rPr lang="en-US"/>
                <a:t>Design Constraints (SDC) </a:t>
              </a:r>
            </a:p>
            <a:p>
              <a:pPr lvl="0"/>
              <a:r>
                <a:rPr lang="en-US"/>
                <a:t>Macro LEF / Lib files </a:t>
              </a:r>
            </a:p>
            <a:p>
              <a:pPr lvl="0"/>
              <a:r>
                <a:rPr lang="en-US"/>
                <a:t>PDK &amp; Design Rules </a:t>
              </a:r>
            </a:p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2398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245FD24-5D4B-EB65-8943-29A6635AA8C4}"/>
              </a:ext>
            </a:extLst>
          </p:cNvPr>
          <p:cNvGrpSpPr/>
          <p:nvPr/>
        </p:nvGrpSpPr>
        <p:grpSpPr>
          <a:xfrm>
            <a:off x="662093" y="2240133"/>
            <a:ext cx="10060807" cy="3441294"/>
            <a:chOff x="662093" y="2240133"/>
            <a:chExt cx="10060807" cy="344129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614FE1C-7904-F7D6-BA9E-9C823F9E4845}"/>
                </a:ext>
              </a:extLst>
            </p:cNvPr>
            <p:cNvSpPr/>
            <p:nvPr/>
          </p:nvSpPr>
          <p:spPr>
            <a:xfrm>
              <a:off x="662093" y="3254220"/>
              <a:ext cx="2333859" cy="397458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6C1C2E-F15C-1F96-CFC6-D9FF3F42172A}"/>
                </a:ext>
              </a:extLst>
            </p:cNvPr>
            <p:cNvSpPr txBox="1"/>
            <p:nvPr/>
          </p:nvSpPr>
          <p:spPr>
            <a:xfrm>
              <a:off x="1137686" y="3268283"/>
              <a:ext cx="11641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Place Opt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8396AB-9EF9-6670-8D2A-C8C6FEC9339B}"/>
                </a:ext>
              </a:extLst>
            </p:cNvPr>
            <p:cNvSpPr txBox="1"/>
            <p:nvPr/>
          </p:nvSpPr>
          <p:spPr>
            <a:xfrm>
              <a:off x="4511397" y="2240133"/>
              <a:ext cx="6096000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/>
                <a:t>Target</a:t>
              </a:r>
              <a:br>
                <a:rPr lang="en-US"/>
              </a:br>
              <a:r>
                <a:rPr lang="en-US"/>
                <a:t>Timing, power &amp; area optimization</a:t>
              </a:r>
              <a:br>
                <a:rPr lang="en-US"/>
              </a:br>
              <a:r>
                <a:rPr lang="en-US"/>
                <a:t>Routable design</a:t>
              </a:r>
              <a:br>
                <a:rPr lang="en-US"/>
              </a:br>
              <a:r>
                <a:rPr lang="en-US"/>
                <a:t>Low cell &amp; pin density</a:t>
              </a:r>
              <a:br>
                <a:rPr lang="en-US"/>
              </a:br>
              <a:r>
                <a:rPr lang="en-US"/>
                <a:t>Minimal congestion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E1BEEF0-1075-DB0D-06FE-4AFC5CB50776}"/>
                </a:ext>
              </a:extLst>
            </p:cNvPr>
            <p:cNvSpPr txBox="1"/>
            <p:nvPr/>
          </p:nvSpPr>
          <p:spPr>
            <a:xfrm>
              <a:off x="4626900" y="4157933"/>
              <a:ext cx="6096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/>
                <a:t>Key output </a:t>
              </a:r>
            </a:p>
            <a:p>
              <a:r>
                <a:rPr lang="en-US"/>
                <a:t>Placed DEF, congestion and timing reports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F873D6-3D75-7361-D046-A91E439E2B84}"/>
                </a:ext>
              </a:extLst>
            </p:cNvPr>
            <p:cNvSpPr txBox="1"/>
            <p:nvPr/>
          </p:nvSpPr>
          <p:spPr>
            <a:xfrm>
              <a:off x="662093" y="3927101"/>
              <a:ext cx="6096000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sz="1800" b="0" i="0">
                  <a:effectLst/>
                  <a:latin typeface="+mn-lt"/>
                </a:rPr>
                <a:t>Inputs</a:t>
              </a:r>
              <a:br>
                <a:rPr lang="en-US"/>
              </a:br>
              <a:r>
                <a:rPr lang="en-US" sz="1800" b="0" i="0">
                  <a:effectLst/>
                  <a:latin typeface="+mn-lt"/>
                </a:rPr>
                <a:t>Netlist</a:t>
              </a:r>
              <a:br>
                <a:rPr lang="en-US"/>
              </a:br>
              <a:r>
                <a:rPr lang="en-US" sz="1800" b="0" i="0">
                  <a:effectLst/>
                  <a:latin typeface="+mn-lt"/>
                </a:rPr>
                <a:t>Floorplan DEF</a:t>
              </a:r>
              <a:br>
                <a:rPr lang="en-US"/>
              </a:br>
              <a:r>
                <a:rPr lang="en-US" sz="1800" b="0" i="0">
                  <a:effectLst/>
                  <a:latin typeface="+mn-lt"/>
                </a:rPr>
                <a:t>Logical &amp; physical libraries</a:t>
              </a:r>
              <a:br>
                <a:rPr lang="en-US"/>
              </a:br>
              <a:r>
                <a:rPr lang="en-US" sz="1800" b="0" i="0">
                  <a:effectLst/>
                  <a:latin typeface="+mn-lt"/>
                </a:rPr>
                <a:t>Design constraints</a:t>
              </a:r>
              <a:br>
                <a:rPr lang="en-US"/>
              </a:br>
              <a:r>
                <a:rPr lang="en-US" sz="1800" b="0" i="0">
                  <a:effectLst/>
                  <a:latin typeface="+mn-lt"/>
                </a:rPr>
                <a:t>Technology file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2778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677B52-583A-0E8B-3696-80021603153E}"/>
              </a:ext>
            </a:extLst>
          </p:cNvPr>
          <p:cNvSpPr/>
          <p:nvPr/>
        </p:nvSpPr>
        <p:spPr>
          <a:xfrm>
            <a:off x="933026" y="2989543"/>
            <a:ext cx="2333860" cy="10926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9CEBE-108A-A5C4-8ECA-74CAB5A6A7B8}"/>
              </a:ext>
            </a:extLst>
          </p:cNvPr>
          <p:cNvSpPr txBox="1"/>
          <p:nvPr/>
        </p:nvSpPr>
        <p:spPr>
          <a:xfrm>
            <a:off x="940450" y="2950735"/>
            <a:ext cx="2333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Clock Concurrent optimization Technology (CCOPT)</a:t>
            </a:r>
          </a:p>
        </p:txBody>
      </p:sp>
    </p:spTree>
    <p:extLst>
      <p:ext uri="{BB962C8B-B14F-4D97-AF65-F5344CB8AC3E}">
        <p14:creationId xmlns:p14="http://schemas.microsoft.com/office/powerpoint/2010/main" val="347232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9BF9D92-515F-8DE9-4823-C8D97230926B}"/>
              </a:ext>
            </a:extLst>
          </p:cNvPr>
          <p:cNvGrpSpPr/>
          <p:nvPr/>
        </p:nvGrpSpPr>
        <p:grpSpPr>
          <a:xfrm>
            <a:off x="873759" y="2536529"/>
            <a:ext cx="9743440" cy="1857750"/>
            <a:chOff x="873759" y="2536529"/>
            <a:chExt cx="9743440" cy="185775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3DD08AE-6056-FC7A-E496-839ED998B731}"/>
                </a:ext>
              </a:extLst>
            </p:cNvPr>
            <p:cNvSpPr/>
            <p:nvPr/>
          </p:nvSpPr>
          <p:spPr>
            <a:xfrm>
              <a:off x="873759" y="3163253"/>
              <a:ext cx="2324132" cy="369331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1005B46-B4D3-6D1E-4B18-97C2F8F0CFFC}"/>
                </a:ext>
              </a:extLst>
            </p:cNvPr>
            <p:cNvSpPr txBox="1"/>
            <p:nvPr/>
          </p:nvSpPr>
          <p:spPr>
            <a:xfrm>
              <a:off x="1401169" y="3163253"/>
              <a:ext cx="1139414" cy="369332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/>
                <a:t>Post -CTS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427250-D06E-1872-E337-AFC7BD50348E}"/>
                </a:ext>
              </a:extLst>
            </p:cNvPr>
            <p:cNvSpPr txBox="1"/>
            <p:nvPr/>
          </p:nvSpPr>
          <p:spPr>
            <a:xfrm>
              <a:off x="4521199" y="3032668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Recover timing after clock-tree insertion changes delays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BCFFCB7-8686-44AD-6F63-0ADCBD528565}"/>
                </a:ext>
              </a:extLst>
            </p:cNvPr>
            <p:cNvSpPr txBox="1"/>
            <p:nvPr/>
          </p:nvSpPr>
          <p:spPr>
            <a:xfrm>
              <a:off x="4521199" y="4024947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Optimized post-CTS netlist and timing reports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EE3678C-929F-7EC1-BA95-3F2A7F7F8C4B}"/>
                </a:ext>
              </a:extLst>
            </p:cNvPr>
            <p:cNvSpPr txBox="1"/>
            <p:nvPr/>
          </p:nvSpPr>
          <p:spPr>
            <a:xfrm>
              <a:off x="4521199" y="2536529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sz="1800"/>
                <a:t>Target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384A20-2920-94F9-14DE-9F5DA862D910}"/>
                </a:ext>
              </a:extLst>
            </p:cNvPr>
            <p:cNvSpPr txBox="1"/>
            <p:nvPr/>
          </p:nvSpPr>
          <p:spPr>
            <a:xfrm>
              <a:off x="4521199" y="3747069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sz="1800"/>
                <a:t>Key outputs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3520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2E19CBC-D1C5-9BFC-DDF1-7E57CF71D1E8}"/>
              </a:ext>
            </a:extLst>
          </p:cNvPr>
          <p:cNvGrpSpPr/>
          <p:nvPr/>
        </p:nvGrpSpPr>
        <p:grpSpPr>
          <a:xfrm>
            <a:off x="217624" y="2538398"/>
            <a:ext cx="10822910" cy="2233598"/>
            <a:chOff x="217624" y="2538398"/>
            <a:chExt cx="10822910" cy="223359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7EBE803-9237-F8BE-2C7A-C0B3269CD2E3}"/>
                </a:ext>
              </a:extLst>
            </p:cNvPr>
            <p:cNvSpPr txBox="1"/>
            <p:nvPr/>
          </p:nvSpPr>
          <p:spPr>
            <a:xfrm>
              <a:off x="1310761" y="3278247"/>
              <a:ext cx="947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Routing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0C99793-2C47-5996-0DB7-20A99D0FBA3E}"/>
                </a:ext>
              </a:extLst>
            </p:cNvPr>
            <p:cNvSpPr/>
            <p:nvPr/>
          </p:nvSpPr>
          <p:spPr>
            <a:xfrm>
              <a:off x="789092" y="3244334"/>
              <a:ext cx="2324132" cy="369331"/>
            </a:xfrm>
            <a:prstGeom prst="rect">
              <a:avLst/>
            </a:prstGeom>
            <a:noFill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E6259A-BF26-A49B-843A-CF967EBE2742}"/>
                </a:ext>
              </a:extLst>
            </p:cNvPr>
            <p:cNvSpPr txBox="1"/>
            <p:nvPr/>
          </p:nvSpPr>
          <p:spPr>
            <a:xfrm>
              <a:off x="4944534" y="4031732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/>
                <a:t>Key outputs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31E231B-197A-E3A9-087F-8E9CBDA9D74B}"/>
                </a:ext>
              </a:extLst>
            </p:cNvPr>
            <p:cNvSpPr txBox="1"/>
            <p:nvPr/>
          </p:nvSpPr>
          <p:spPr>
            <a:xfrm>
              <a:off x="4944534" y="2538398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3464" indent="-283464" algn="l" rtl="0" eaLnBrk="1" latinLnBrk="0" hangingPunct="1">
                <a:buClrTx/>
                <a:buSzPts val="1800"/>
                <a:buFont typeface="Wingdings" panose="05000000000000000000" pitchFamily="2" charset="2"/>
                <a:buChar char="q"/>
              </a:pPr>
              <a:r>
                <a:rPr lang="en-US" sz="18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Target</a:t>
              </a:r>
              <a:endParaRPr lang="en-US" sz="1800">
                <a:effectLst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E4021A-9F38-8B4C-1A70-37CE4881BA51}"/>
                </a:ext>
              </a:extLst>
            </p:cNvPr>
            <p:cNvSpPr txBox="1"/>
            <p:nvPr/>
          </p:nvSpPr>
          <p:spPr>
            <a:xfrm>
              <a:off x="4944534" y="2921167"/>
              <a:ext cx="6096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Physically connect all signal nets using available metal layers without shorts or opens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51BFE3B-6A37-F295-C194-278CE437BEC1}"/>
                </a:ext>
              </a:extLst>
            </p:cNvPr>
            <p:cNvSpPr txBox="1"/>
            <p:nvPr/>
          </p:nvSpPr>
          <p:spPr>
            <a:xfrm>
              <a:off x="4944534" y="4402664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Global and detailed routed DEF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914EB7D-831A-FFE3-6902-CB45219391F2}"/>
                </a:ext>
              </a:extLst>
            </p:cNvPr>
            <p:cNvSpPr txBox="1"/>
            <p:nvPr/>
          </p:nvSpPr>
          <p:spPr>
            <a:xfrm>
              <a:off x="217624" y="3790198"/>
              <a:ext cx="395644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sz="1800" b="0" i="0">
                  <a:effectLst/>
                  <a:latin typeface="+mn-lt"/>
                </a:rPr>
                <a:t>Inputs: </a:t>
              </a:r>
            </a:p>
            <a:p>
              <a:r>
                <a:rPr lang="en-US" sz="1800" b="0" i="0">
                  <a:effectLst/>
                  <a:latin typeface="+mn-lt"/>
                </a:rPr>
                <a:t>CTS DEF, LEF, Technology/RC data, LIB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7775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28FAAC7-EB0B-479D-AC31-8BF020DA2C4D}"/>
              </a:ext>
            </a:extLst>
          </p:cNvPr>
          <p:cNvGrpSpPr/>
          <p:nvPr/>
        </p:nvGrpSpPr>
        <p:grpSpPr>
          <a:xfrm>
            <a:off x="776403" y="1915067"/>
            <a:ext cx="9375131" cy="2116666"/>
            <a:chOff x="776403" y="1915067"/>
            <a:chExt cx="9375131" cy="211666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7D01E27-4B06-59CB-3045-B8D3F807286D}"/>
                </a:ext>
              </a:extLst>
            </p:cNvPr>
            <p:cNvSpPr/>
            <p:nvPr/>
          </p:nvSpPr>
          <p:spPr>
            <a:xfrm>
              <a:off x="776403" y="2813967"/>
              <a:ext cx="2309282" cy="369331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15519F3-1D43-A31C-342D-DD46E1444D75}"/>
                </a:ext>
              </a:extLst>
            </p:cNvPr>
            <p:cNvSpPr txBox="1"/>
            <p:nvPr/>
          </p:nvSpPr>
          <p:spPr>
            <a:xfrm>
              <a:off x="1202230" y="2813967"/>
              <a:ext cx="1305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Post Route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FB24443-0C8A-9219-76C9-6F7B76F2CD27}"/>
                </a:ext>
              </a:extLst>
            </p:cNvPr>
            <p:cNvSpPr txBox="1"/>
            <p:nvPr/>
          </p:nvSpPr>
          <p:spPr>
            <a:xfrm>
              <a:off x="3979334" y="3244334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/>
                <a:t>Key outputs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2B9E35-C2C4-E191-EE9A-96714EE1B7E7}"/>
                </a:ext>
              </a:extLst>
            </p:cNvPr>
            <p:cNvSpPr txBox="1"/>
            <p:nvPr/>
          </p:nvSpPr>
          <p:spPr>
            <a:xfrm>
              <a:off x="4055534" y="1915067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3464" indent="-283464" algn="l" rtl="0" eaLnBrk="1" latinLnBrk="0" hangingPunct="1">
                <a:buClrTx/>
                <a:buSzPts val="1800"/>
                <a:buFont typeface="Wingdings" panose="05000000000000000000" pitchFamily="2" charset="2"/>
                <a:buChar char="q"/>
              </a:pPr>
              <a:r>
                <a:rPr lang="en-US" sz="1800" kern="120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Target</a:t>
              </a:r>
              <a:endParaRPr lang="en-US" sz="1800">
                <a:effectLst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AE541EC-20E0-7819-F8C3-D94A9B4EB21B}"/>
                </a:ext>
              </a:extLst>
            </p:cNvPr>
            <p:cNvSpPr txBox="1"/>
            <p:nvPr/>
          </p:nvSpPr>
          <p:spPr>
            <a:xfrm>
              <a:off x="4055534" y="2352302"/>
              <a:ext cx="6096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Close timing using real parasitics; fix hold, setup, crosstalk, and DRC issues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6957EC-5682-C978-0507-9728E439BE4F}"/>
                </a:ext>
              </a:extLst>
            </p:cNvPr>
            <p:cNvSpPr txBox="1"/>
            <p:nvPr/>
          </p:nvSpPr>
          <p:spPr>
            <a:xfrm>
              <a:off x="3979334" y="3662401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Optimized routed design and timing reports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7142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99694CA-B120-1631-29CD-1517E792CE55}"/>
              </a:ext>
            </a:extLst>
          </p:cNvPr>
          <p:cNvGrpSpPr/>
          <p:nvPr/>
        </p:nvGrpSpPr>
        <p:grpSpPr>
          <a:xfrm>
            <a:off x="4119814" y="2171237"/>
            <a:ext cx="5311399" cy="2706674"/>
            <a:chOff x="4119814" y="2171237"/>
            <a:chExt cx="5311399" cy="270667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01F7EC5-645E-D4A9-254D-8B06CA268F1D}"/>
                </a:ext>
              </a:extLst>
            </p:cNvPr>
            <p:cNvSpPr/>
            <p:nvPr/>
          </p:nvSpPr>
          <p:spPr>
            <a:xfrm>
              <a:off x="7455032" y="3351271"/>
              <a:ext cx="1976181" cy="371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Init design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B94DEB9-C741-0A9E-B821-0C1783F985CE}"/>
                </a:ext>
              </a:extLst>
            </p:cNvPr>
            <p:cNvSpPr/>
            <p:nvPr/>
          </p:nvSpPr>
          <p:spPr>
            <a:xfrm>
              <a:off x="4119814" y="2189407"/>
              <a:ext cx="1976181" cy="371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134A96-6918-730F-EA3E-105BA34D02EB}"/>
                </a:ext>
              </a:extLst>
            </p:cNvPr>
            <p:cNvSpPr/>
            <p:nvPr/>
          </p:nvSpPr>
          <p:spPr>
            <a:xfrm>
              <a:off x="4119819" y="2788026"/>
              <a:ext cx="1976181" cy="371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LEF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91727E2-91F1-8552-F7B4-019ED314F2A0}"/>
                </a:ext>
              </a:extLst>
            </p:cNvPr>
            <p:cNvSpPr/>
            <p:nvPr/>
          </p:nvSpPr>
          <p:spPr>
            <a:xfrm>
              <a:off x="4119818" y="3327711"/>
              <a:ext cx="1976181" cy="371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608472-87BD-E731-49C6-4C91D376DA9C}"/>
                </a:ext>
              </a:extLst>
            </p:cNvPr>
            <p:cNvSpPr/>
            <p:nvPr/>
          </p:nvSpPr>
          <p:spPr>
            <a:xfrm>
              <a:off x="4119818" y="3887795"/>
              <a:ext cx="1976181" cy="371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DA8812-3528-5000-D643-CC3C3E2BEA44}"/>
                </a:ext>
              </a:extLst>
            </p:cNvPr>
            <p:cNvSpPr/>
            <p:nvPr/>
          </p:nvSpPr>
          <p:spPr>
            <a:xfrm>
              <a:off x="4119817" y="4506779"/>
              <a:ext cx="1976181" cy="371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ADBB32F-3E53-C04F-2B7B-A8984C5E15F3}"/>
                </a:ext>
              </a:extLst>
            </p:cNvPr>
            <p:cNvSpPr txBox="1"/>
            <p:nvPr/>
          </p:nvSpPr>
          <p:spPr>
            <a:xfrm>
              <a:off x="4518095" y="2171237"/>
              <a:ext cx="1179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Netlist (.v)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BD297AF-EF80-7A5A-2F52-335FCB74BFF7}"/>
                </a:ext>
              </a:extLst>
            </p:cNvPr>
            <p:cNvSpPr txBox="1"/>
            <p:nvPr/>
          </p:nvSpPr>
          <p:spPr>
            <a:xfrm>
              <a:off x="4518097" y="3329511"/>
              <a:ext cx="13532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Liberty (.lib)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DDAFAAB-647E-1955-54C9-63FB9ADE3D73}"/>
                </a:ext>
              </a:extLst>
            </p:cNvPr>
            <p:cNvSpPr txBox="1"/>
            <p:nvPr/>
          </p:nvSpPr>
          <p:spPr>
            <a:xfrm>
              <a:off x="4791152" y="3890818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SDC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BB30025-BB03-2FE3-A38D-9A60415E0F55}"/>
                </a:ext>
              </a:extLst>
            </p:cNvPr>
            <p:cNvSpPr txBox="1"/>
            <p:nvPr/>
          </p:nvSpPr>
          <p:spPr>
            <a:xfrm>
              <a:off x="4518097" y="4508579"/>
              <a:ext cx="1217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Other files</a:t>
              </a:r>
            </a:p>
          </p:txBody>
        </p:sp>
        <p:sp>
          <p:nvSpPr>
            <p:cNvPr id="19" name="Right Brace 18">
              <a:extLst>
                <a:ext uri="{FF2B5EF4-FFF2-40B4-BE49-F238E27FC236}">
                  <a16:creationId xmlns:a16="http://schemas.microsoft.com/office/drawing/2014/main" id="{EC31C3AA-B701-BA6D-BB78-85B81E938BC4}"/>
                </a:ext>
              </a:extLst>
            </p:cNvPr>
            <p:cNvSpPr/>
            <p:nvPr/>
          </p:nvSpPr>
          <p:spPr>
            <a:xfrm>
              <a:off x="6266046" y="2189407"/>
              <a:ext cx="385011" cy="2688504"/>
            </a:xfrm>
            <a:prstGeom prst="rightBrac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E419EFE-251D-45A3-7932-D33A6B26D7B8}"/>
                </a:ext>
              </a:extLst>
            </p:cNvPr>
            <p:cNvCxnSpPr>
              <a:stCxn id="19" idx="1"/>
              <a:endCxn id="3" idx="1"/>
            </p:cNvCxnSpPr>
            <p:nvPr/>
          </p:nvCxnSpPr>
          <p:spPr>
            <a:xfrm>
              <a:off x="6651057" y="3533659"/>
              <a:ext cx="803975" cy="31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6876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1FAE2B1-F330-952E-05FD-C1450A128D21}"/>
              </a:ext>
            </a:extLst>
          </p:cNvPr>
          <p:cNvGrpSpPr/>
          <p:nvPr/>
        </p:nvGrpSpPr>
        <p:grpSpPr>
          <a:xfrm>
            <a:off x="760396" y="1472665"/>
            <a:ext cx="6583680" cy="2221832"/>
            <a:chOff x="760396" y="1472665"/>
            <a:chExt cx="6583680" cy="222183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118C78D-700D-188F-665D-B0943317B77E}"/>
                </a:ext>
              </a:extLst>
            </p:cNvPr>
            <p:cNvSpPr/>
            <p:nvPr/>
          </p:nvSpPr>
          <p:spPr>
            <a:xfrm>
              <a:off x="2954956" y="1472665"/>
              <a:ext cx="2194560" cy="67376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Performance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A59421E-0CA0-D354-6275-6DE3DB05202A}"/>
                </a:ext>
              </a:extLst>
            </p:cNvPr>
            <p:cNvSpPr/>
            <p:nvPr/>
          </p:nvSpPr>
          <p:spPr>
            <a:xfrm>
              <a:off x="760396" y="3020728"/>
              <a:ext cx="2194560" cy="67376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Power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05CA74-1B19-39DA-3859-BB3C2EECEE78}"/>
                </a:ext>
              </a:extLst>
            </p:cNvPr>
            <p:cNvSpPr/>
            <p:nvPr/>
          </p:nvSpPr>
          <p:spPr>
            <a:xfrm>
              <a:off x="5149516" y="3020727"/>
              <a:ext cx="2194560" cy="67376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Area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37CD1BF-E380-47FF-FCA5-F147B3C4F3C9}"/>
                </a:ext>
              </a:extLst>
            </p:cNvPr>
            <p:cNvCxnSpPr>
              <a:stCxn id="2" idx="1"/>
              <a:endCxn id="4" idx="0"/>
            </p:cNvCxnSpPr>
            <p:nvPr/>
          </p:nvCxnSpPr>
          <p:spPr>
            <a:xfrm flipH="1">
              <a:off x="1857676" y="1809550"/>
              <a:ext cx="1097280" cy="121117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48759E1-6345-B15E-187D-245B07E3E30E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 flipV="1">
              <a:off x="2954956" y="3357612"/>
              <a:ext cx="2194560" cy="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12442F1-5FAB-8EB9-ABDC-5D7DC8E960FE}"/>
                </a:ext>
              </a:extLst>
            </p:cNvPr>
            <p:cNvCxnSpPr>
              <a:stCxn id="2" idx="3"/>
              <a:endCxn id="6" idx="0"/>
            </p:cNvCxnSpPr>
            <p:nvPr/>
          </p:nvCxnSpPr>
          <p:spPr>
            <a:xfrm>
              <a:off x="5149516" y="1809550"/>
              <a:ext cx="1097280" cy="121117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B9D0F5A-9BBC-358E-CC77-AAEAABA7AD25}"/>
              </a:ext>
            </a:extLst>
          </p:cNvPr>
          <p:cNvSpPr txBox="1"/>
          <p:nvPr/>
        </p:nvSpPr>
        <p:spPr>
          <a:xfrm>
            <a:off x="596766" y="4167739"/>
            <a:ext cx="2454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Performance </a:t>
            </a:r>
            <a:r>
              <a:rPr lang="en-US">
                <a:sym typeface="Wingdings" panose="05000000000000000000" pitchFamily="2" charset="2"/>
              </a:rPr>
              <a:t> timing 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2937EE-552E-848B-A1AF-320C3AC6E852}"/>
              </a:ext>
            </a:extLst>
          </p:cNvPr>
          <p:cNvSpPr txBox="1"/>
          <p:nvPr/>
        </p:nvSpPr>
        <p:spPr>
          <a:xfrm>
            <a:off x="596766" y="4905674"/>
            <a:ext cx="10687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Power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 congestion: when the number of routing tracks available for routing in a given location is less than the number necessary . The area is considered congested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7A40AF-AE9A-36B1-CCA9-452783C55EE9}"/>
              </a:ext>
            </a:extLst>
          </p:cNvPr>
          <p:cNvSpPr txBox="1"/>
          <p:nvPr/>
        </p:nvSpPr>
        <p:spPr>
          <a:xfrm>
            <a:off x="676291" y="5643611"/>
            <a:ext cx="1730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Area </a:t>
            </a:r>
            <a:r>
              <a:rPr lang="en-US">
                <a:sym typeface="Wingdings" panose="05000000000000000000" pitchFamily="2" charset="2"/>
              </a:rPr>
              <a:t> density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957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838A03B-BA4A-7F71-F621-95CD68ADF8CE}"/>
              </a:ext>
            </a:extLst>
          </p:cNvPr>
          <p:cNvGrpSpPr/>
          <p:nvPr/>
        </p:nvGrpSpPr>
        <p:grpSpPr>
          <a:xfrm>
            <a:off x="279300" y="1981200"/>
            <a:ext cx="5332456" cy="4130842"/>
            <a:chOff x="279300" y="1981200"/>
            <a:chExt cx="5332456" cy="413084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72E62C8-6B8D-D0A0-7570-8054632EFBC6}"/>
                </a:ext>
              </a:extLst>
            </p:cNvPr>
            <p:cNvSpPr/>
            <p:nvPr/>
          </p:nvSpPr>
          <p:spPr>
            <a:xfrm>
              <a:off x="336884" y="3570972"/>
              <a:ext cx="2204186" cy="826169"/>
            </a:xfrm>
            <a:prstGeom prst="rect">
              <a:avLst/>
            </a:prstGeom>
            <a:noFill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6079D8D-785E-B437-B79A-CC41161A2940}"/>
                </a:ext>
              </a:extLst>
            </p:cNvPr>
            <p:cNvSpPr/>
            <p:nvPr/>
          </p:nvSpPr>
          <p:spPr>
            <a:xfrm>
              <a:off x="3357613" y="1981200"/>
              <a:ext cx="2204186" cy="531796"/>
            </a:xfrm>
            <a:prstGeom prst="rect">
              <a:avLst/>
            </a:prstGeom>
            <a:noFill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A1086A6-32A9-2F71-F79B-1BBD9252ABBA}"/>
                </a:ext>
              </a:extLst>
            </p:cNvPr>
            <p:cNvSpPr/>
            <p:nvPr/>
          </p:nvSpPr>
          <p:spPr>
            <a:xfrm>
              <a:off x="3357613" y="2897204"/>
              <a:ext cx="2204186" cy="531796"/>
            </a:xfrm>
            <a:prstGeom prst="rect">
              <a:avLst/>
            </a:prstGeom>
            <a:noFill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8039637-4F7E-5122-A1E0-9DC9BDF4AAF8}"/>
                </a:ext>
              </a:extLst>
            </p:cNvPr>
            <p:cNvSpPr/>
            <p:nvPr/>
          </p:nvSpPr>
          <p:spPr>
            <a:xfrm>
              <a:off x="3357613" y="3723373"/>
              <a:ext cx="2204186" cy="531796"/>
            </a:xfrm>
            <a:prstGeom prst="rect">
              <a:avLst/>
            </a:prstGeom>
            <a:noFill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1FEB82-D017-F1E1-3913-3CF6291D3800}"/>
                </a:ext>
              </a:extLst>
            </p:cNvPr>
            <p:cNvSpPr/>
            <p:nvPr/>
          </p:nvSpPr>
          <p:spPr>
            <a:xfrm>
              <a:off x="3357613" y="4498206"/>
              <a:ext cx="2204186" cy="531796"/>
            </a:xfrm>
            <a:prstGeom prst="rect">
              <a:avLst/>
            </a:prstGeom>
            <a:noFill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835B717-7599-A913-801F-19FDE08B8D6C}"/>
                </a:ext>
              </a:extLst>
            </p:cNvPr>
            <p:cNvSpPr/>
            <p:nvPr/>
          </p:nvSpPr>
          <p:spPr>
            <a:xfrm>
              <a:off x="3357613" y="5273040"/>
              <a:ext cx="2204186" cy="839002"/>
            </a:xfrm>
            <a:prstGeom prst="rect">
              <a:avLst/>
            </a:prstGeom>
            <a:noFill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1848E90-AB0B-6AAF-9113-B9CF44EBF8B0}"/>
                </a:ext>
              </a:extLst>
            </p:cNvPr>
            <p:cNvSpPr txBox="1"/>
            <p:nvPr/>
          </p:nvSpPr>
          <p:spPr>
            <a:xfrm>
              <a:off x="279300" y="3712154"/>
              <a:ext cx="23193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Unified Power Format</a:t>
              </a:r>
            </a:p>
            <a:p>
              <a:r>
                <a:rPr lang="en-US"/>
                <a:t>(.upf)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74D46E-B2E5-5CEB-8ABB-B28049BAF1C0}"/>
                </a:ext>
              </a:extLst>
            </p:cNvPr>
            <p:cNvSpPr txBox="1"/>
            <p:nvPr/>
          </p:nvSpPr>
          <p:spPr>
            <a:xfrm>
              <a:off x="3357613" y="2062432"/>
              <a:ext cx="22541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Supply set definition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E45E8CD-F3DF-2F1D-15FE-3BF980362A9E}"/>
                </a:ext>
              </a:extLst>
            </p:cNvPr>
            <p:cNvSpPr txBox="1"/>
            <p:nvPr/>
          </p:nvSpPr>
          <p:spPr>
            <a:xfrm>
              <a:off x="3660740" y="2992219"/>
              <a:ext cx="1647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Power domain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04872BC-98A4-A207-AC6D-27274AF2B15D}"/>
                </a:ext>
              </a:extLst>
            </p:cNvPr>
            <p:cNvSpPr txBox="1"/>
            <p:nvPr/>
          </p:nvSpPr>
          <p:spPr>
            <a:xfrm>
              <a:off x="3713221" y="3813208"/>
              <a:ext cx="1542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Power switch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4F44946-80D0-AAEE-20AA-D2AA6AFA9D05}"/>
                </a:ext>
              </a:extLst>
            </p:cNvPr>
            <p:cNvSpPr txBox="1"/>
            <p:nvPr/>
          </p:nvSpPr>
          <p:spPr>
            <a:xfrm>
              <a:off x="3713221" y="4549542"/>
              <a:ext cx="16069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Retention cell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C2D2750-A897-ED8C-62AA-C1798FBA71B7}"/>
                </a:ext>
              </a:extLst>
            </p:cNvPr>
            <p:cNvSpPr txBox="1"/>
            <p:nvPr/>
          </p:nvSpPr>
          <p:spPr>
            <a:xfrm>
              <a:off x="3315991" y="5376951"/>
              <a:ext cx="22458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Level shifter cell </a:t>
              </a:r>
            </a:p>
            <a:p>
              <a:r>
                <a:rPr lang="en-US"/>
                <a:t>and other low power 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D123268-2CDE-67C5-1269-106A1B6B598C}"/>
                </a:ext>
              </a:extLst>
            </p:cNvPr>
            <p:cNvCxnSpPr/>
            <p:nvPr/>
          </p:nvCxnSpPr>
          <p:spPr>
            <a:xfrm flipV="1">
              <a:off x="2541070" y="1981200"/>
              <a:ext cx="816543" cy="15897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7FD0BD0-1EA3-F7EA-9E49-C4FED285590E}"/>
                </a:ext>
              </a:extLst>
            </p:cNvPr>
            <p:cNvCxnSpPr/>
            <p:nvPr/>
          </p:nvCxnSpPr>
          <p:spPr>
            <a:xfrm>
              <a:off x="2541070" y="4358485"/>
              <a:ext cx="774921" cy="175355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2365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1624C03-3D42-C254-4FAB-D7758C76C2AA}"/>
              </a:ext>
            </a:extLst>
          </p:cNvPr>
          <p:cNvGrpSpPr/>
          <p:nvPr/>
        </p:nvGrpSpPr>
        <p:grpSpPr>
          <a:xfrm>
            <a:off x="834779" y="2099732"/>
            <a:ext cx="8889677" cy="2063069"/>
            <a:chOff x="834779" y="2099732"/>
            <a:chExt cx="8889677" cy="206306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07F0E9E-6F74-0C70-5D0F-45CA8B2466AD}"/>
                </a:ext>
              </a:extLst>
            </p:cNvPr>
            <p:cNvSpPr/>
            <p:nvPr/>
          </p:nvSpPr>
          <p:spPr>
            <a:xfrm>
              <a:off x="834779" y="2824222"/>
              <a:ext cx="2002348" cy="593228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ECD555F-542F-9BED-781D-3ED5A7081638}"/>
                </a:ext>
              </a:extLst>
            </p:cNvPr>
            <p:cNvSpPr txBox="1"/>
            <p:nvPr/>
          </p:nvSpPr>
          <p:spPr>
            <a:xfrm>
              <a:off x="1390029" y="2951902"/>
              <a:ext cx="8918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Netlist 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52D7D9A-755C-2200-D0AF-59CE7433B680}"/>
                </a:ext>
              </a:extLst>
            </p:cNvPr>
            <p:cNvSpPr txBox="1"/>
            <p:nvPr/>
          </p:nvSpPr>
          <p:spPr>
            <a:xfrm>
              <a:off x="3628456" y="2099732"/>
              <a:ext cx="442935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It contains Logical connectivity Of all Cells </a:t>
              </a:r>
              <a:br>
                <a:rPr lang="en-US"/>
              </a:br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4EB9FB5-4BFE-475B-BAEC-2307A261598C}"/>
                </a:ext>
              </a:extLst>
            </p:cNvPr>
            <p:cNvSpPr txBox="1"/>
            <p:nvPr/>
          </p:nvSpPr>
          <p:spPr>
            <a:xfrm>
              <a:off x="3638349" y="2846977"/>
              <a:ext cx="360393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It contains List of nets Connecting </a:t>
              </a:r>
              <a:br>
                <a:rPr lang="en-US"/>
              </a:br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5E31C0-8C89-98AC-A7E3-938E2611AD24}"/>
                </a:ext>
              </a:extLst>
            </p:cNvPr>
            <p:cNvSpPr txBox="1"/>
            <p:nvPr/>
          </p:nvSpPr>
          <p:spPr>
            <a:xfrm>
              <a:off x="3628456" y="3516470"/>
              <a:ext cx="6096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0" i="0">
                  <a:solidFill>
                    <a:schemeClr val="tx1"/>
                  </a:solidFill>
                  <a:effectLst/>
                  <a:latin typeface="+mn-lt"/>
                </a:rPr>
                <a:t>Each cell has its own instance/cell name and library/ref name</a:t>
              </a:r>
              <a:r>
                <a:rPr lang="en-US"/>
                <a:t> </a:t>
              </a:r>
              <a:br>
                <a:rPr lang="en-US"/>
              </a:br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FCF4C40-BAD5-2CCE-2CD8-D57A484134D1}"/>
                </a:ext>
              </a:extLst>
            </p:cNvPr>
            <p:cNvCxnSpPr/>
            <p:nvPr/>
          </p:nvCxnSpPr>
          <p:spPr>
            <a:xfrm flipV="1">
              <a:off x="2837127" y="2252310"/>
              <a:ext cx="791597" cy="5611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8B90BF9-BF2F-FF6F-DE2D-918494930637}"/>
                </a:ext>
              </a:extLst>
            </p:cNvPr>
            <p:cNvCxnSpPr/>
            <p:nvPr/>
          </p:nvCxnSpPr>
          <p:spPr>
            <a:xfrm>
              <a:off x="2837127" y="3417450"/>
              <a:ext cx="801222" cy="4230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9069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01D111-1B58-9A3D-8885-64C6E067ADAD}"/>
              </a:ext>
            </a:extLst>
          </p:cNvPr>
          <p:cNvSpPr/>
          <p:nvPr/>
        </p:nvSpPr>
        <p:spPr>
          <a:xfrm>
            <a:off x="584200" y="2667000"/>
            <a:ext cx="2921000" cy="609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6FD29-8604-9E90-C47C-FB6C2934FD68}"/>
              </a:ext>
            </a:extLst>
          </p:cNvPr>
          <p:cNvSpPr txBox="1"/>
          <p:nvPr/>
        </p:nvSpPr>
        <p:spPr>
          <a:xfrm>
            <a:off x="901700" y="2792968"/>
            <a:ext cx="2504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Tech LEF or Header LEF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A5D065-1E4C-8AF3-736B-F89A7F2996AE}"/>
              </a:ext>
            </a:extLst>
          </p:cNvPr>
          <p:cNvSpPr txBox="1"/>
          <p:nvPr/>
        </p:nvSpPr>
        <p:spPr>
          <a:xfrm>
            <a:off x="3898900" y="1485900"/>
            <a:ext cx="64113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It contains physical information of standard cells, macros, pad </a:t>
            </a:r>
            <a:br>
              <a:rPr lang="en-US"/>
            </a:b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B42DCE-4724-6A4D-1C5F-3D58393F219C}"/>
              </a:ext>
            </a:extLst>
          </p:cNvPr>
          <p:cNvSpPr txBox="1"/>
          <p:nvPr/>
        </p:nvSpPr>
        <p:spPr>
          <a:xfrm>
            <a:off x="3898900" y="2331303"/>
            <a:ext cx="64113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0" i="0">
                <a:solidFill>
                  <a:schemeClr val="tx1"/>
                </a:solidFill>
                <a:effectLst/>
                <a:latin typeface="+mn-lt"/>
              </a:rPr>
              <a:t>Contain the name of the pin, pin location (Co-ordinates) , pin layers, direction of pin (in,out, inout), uses of pin (Signal, Power, Ground) , height and width of the pin and cell.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32534-E7BE-B18A-5209-9A9DAB0EC991}"/>
              </a:ext>
            </a:extLst>
          </p:cNvPr>
          <p:cNvSpPr txBox="1"/>
          <p:nvPr/>
        </p:nvSpPr>
        <p:spPr>
          <a:xfrm>
            <a:off x="3898900" y="340753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>
                <a:solidFill>
                  <a:schemeClr val="tx1"/>
                </a:solidFill>
                <a:effectLst/>
                <a:latin typeface="+mn-lt"/>
              </a:rPr>
              <a:t>Size of the cell (Height and width)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4E9E1E-ADAB-3000-083D-7FAE7F2B2D21}"/>
              </a:ext>
            </a:extLst>
          </p:cNvPr>
          <p:cNvSpPr txBox="1"/>
          <p:nvPr/>
        </p:nvSpPr>
        <p:spPr>
          <a:xfrm>
            <a:off x="3898900" y="396153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>
                <a:solidFill>
                  <a:schemeClr val="tx1"/>
                </a:solidFill>
                <a:effectLst/>
                <a:latin typeface="+mn-lt"/>
              </a:rPr>
              <a:t>Symmetry of cell.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7D4FCD0-36AD-FA3C-FB0B-19C7A4D131B1}"/>
              </a:ext>
            </a:extLst>
          </p:cNvPr>
          <p:cNvSpPr/>
          <p:nvPr/>
        </p:nvSpPr>
        <p:spPr>
          <a:xfrm>
            <a:off x="673100" y="4284701"/>
            <a:ext cx="17907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PHYSICAL LIBRARY </a:t>
            </a:r>
          </a:p>
        </p:txBody>
      </p:sp>
    </p:spTree>
    <p:extLst>
      <p:ext uri="{BB962C8B-B14F-4D97-AF65-F5344CB8AC3E}">
        <p14:creationId xmlns:p14="http://schemas.microsoft.com/office/powerpoint/2010/main" val="2942947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B1C99E4-3DA2-FE6B-21CB-32A995F2832E}"/>
              </a:ext>
            </a:extLst>
          </p:cNvPr>
          <p:cNvSpPr/>
          <p:nvPr/>
        </p:nvSpPr>
        <p:spPr>
          <a:xfrm>
            <a:off x="469900" y="2476500"/>
            <a:ext cx="19558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Technology file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3E36CC-C296-086E-FFEE-251BBBCA2ACD}"/>
              </a:ext>
            </a:extLst>
          </p:cNvPr>
          <p:cNvSpPr txBox="1"/>
          <p:nvPr/>
        </p:nvSpPr>
        <p:spPr>
          <a:xfrm>
            <a:off x="4140200" y="1981200"/>
            <a:ext cx="515942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Contain manufacturing grid and site/unit tiles</a:t>
            </a:r>
          </a:p>
          <a:p>
            <a:endParaRPr lang="en-US"/>
          </a:p>
          <a:p>
            <a:r>
              <a:rPr lang="en-US"/>
              <a:t>Contain name, number convention of layer and via</a:t>
            </a:r>
          </a:p>
          <a:p>
            <a:endParaRPr lang="en-US"/>
          </a:p>
          <a:p>
            <a:r>
              <a:rPr lang="en-US"/>
              <a:t>Physical, electrical of layer and via</a:t>
            </a:r>
          </a:p>
          <a:p>
            <a:endParaRPr lang="en-US"/>
          </a:p>
          <a:p>
            <a:r>
              <a:rPr lang="en-US"/>
              <a:t>Physical design rule 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781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CE6910-39CD-D20B-90E4-3D624F1897B8}"/>
              </a:ext>
            </a:extLst>
          </p:cNvPr>
          <p:cNvSpPr/>
          <p:nvPr/>
        </p:nvSpPr>
        <p:spPr>
          <a:xfrm>
            <a:off x="1295400" y="1320800"/>
            <a:ext cx="16510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HEADER LEF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BCBDE0C-88FF-D05D-CFBF-64D42AA99CB0}"/>
              </a:ext>
            </a:extLst>
          </p:cNvPr>
          <p:cNvSpPr/>
          <p:nvPr/>
        </p:nvSpPr>
        <p:spPr>
          <a:xfrm>
            <a:off x="6286500" y="1320800"/>
            <a:ext cx="18288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MACRO LEF</a:t>
            </a:r>
          </a:p>
        </p:txBody>
      </p:sp>
    </p:spTree>
    <p:extLst>
      <p:ext uri="{BB962C8B-B14F-4D97-AF65-F5344CB8AC3E}">
        <p14:creationId xmlns:p14="http://schemas.microsoft.com/office/powerpoint/2010/main" val="1541555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B7CA01-458F-8486-34F1-BCF6821A7530}"/>
              </a:ext>
            </a:extLst>
          </p:cNvPr>
          <p:cNvSpPr/>
          <p:nvPr/>
        </p:nvSpPr>
        <p:spPr>
          <a:xfrm>
            <a:off x="1117600" y="850900"/>
            <a:ext cx="2387600" cy="723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LOGIC LIBRARIES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D768D1-AD9D-713C-3B0D-73F11E745146}"/>
              </a:ext>
            </a:extLst>
          </p:cNvPr>
          <p:cNvSpPr/>
          <p:nvPr/>
        </p:nvSpPr>
        <p:spPr>
          <a:xfrm>
            <a:off x="6680200" y="850900"/>
            <a:ext cx="2679700" cy="723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Physical Libraries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2462F7-3C7C-455D-34A2-98E707BF4BC7}"/>
              </a:ext>
            </a:extLst>
          </p:cNvPr>
          <p:cNvSpPr txBox="1"/>
          <p:nvPr/>
        </p:nvSpPr>
        <p:spPr>
          <a:xfrm>
            <a:off x="254000" y="2044700"/>
            <a:ext cx="475457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Timing / power / functionality </a:t>
            </a:r>
          </a:p>
          <a:p>
            <a:pPr marL="285750" indent="-285750">
              <a:buFontTx/>
              <a:buChar char="-"/>
            </a:pPr>
            <a:r>
              <a:rPr lang="en-US"/>
              <a:t>Timing : setup /hold / input delay </a:t>
            </a:r>
          </a:p>
          <a:p>
            <a:pPr marL="285750" indent="-285750">
              <a:buFontTx/>
              <a:buChar char="-"/>
            </a:pPr>
            <a:r>
              <a:rPr lang="en-US"/>
              <a:t>Power : internal power and leadkage power </a:t>
            </a:r>
          </a:p>
          <a:p>
            <a:pPr marL="285750" indent="-285750">
              <a:buFontTx/>
              <a:buChar char="-"/>
            </a:pPr>
            <a:r>
              <a:rPr lang="en-US"/>
              <a:t>Cell functionality : and / or/ not / xor</a:t>
            </a:r>
          </a:p>
          <a:p>
            <a:pPr marL="285750" indent="-285750">
              <a:buFontTx/>
              <a:buChar char="-"/>
            </a:pPr>
            <a:r>
              <a:rPr lang="en-US"/>
              <a:t>PVT condition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662C0-3DDA-887C-19B6-8673124D2F7F}"/>
              </a:ext>
            </a:extLst>
          </p:cNvPr>
          <p:cNvSpPr txBox="1"/>
          <p:nvPr/>
        </p:nvSpPr>
        <p:spPr>
          <a:xfrm>
            <a:off x="6654800" y="2019300"/>
            <a:ext cx="53134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Technology LEF and Marco LEF</a:t>
            </a:r>
          </a:p>
          <a:p>
            <a:pPr marL="285750" indent="-285750">
              <a:buFontTx/>
              <a:buChar char="-"/>
            </a:pPr>
            <a:r>
              <a:rPr lang="en-US"/>
              <a:t>Tech LEF : physical info of metal layer and vias</a:t>
            </a:r>
          </a:p>
          <a:p>
            <a:pPr marL="285750" indent="-285750">
              <a:buFontTx/>
              <a:buChar char="-"/>
            </a:pPr>
            <a:r>
              <a:rPr lang="en-US"/>
              <a:t>IO cell : physical info of all input and output cells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8CC9B7-AF31-046D-3068-923346136AEC}"/>
              </a:ext>
            </a:extLst>
          </p:cNvPr>
          <p:cNvSpPr/>
          <p:nvPr/>
        </p:nvSpPr>
        <p:spPr>
          <a:xfrm>
            <a:off x="1117600" y="3900964"/>
            <a:ext cx="2387600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DEF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558F56-4356-05BC-B57A-45A96EA94EE5}"/>
              </a:ext>
            </a:extLst>
          </p:cNvPr>
          <p:cNvSpPr txBox="1"/>
          <p:nvPr/>
        </p:nvSpPr>
        <p:spPr>
          <a:xfrm>
            <a:off x="406400" y="4889500"/>
            <a:ext cx="5735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Exact location information / height / width / rows / tracks </a:t>
            </a:r>
          </a:p>
        </p:txBody>
      </p:sp>
    </p:spTree>
    <p:extLst>
      <p:ext uri="{BB962C8B-B14F-4D97-AF65-F5344CB8AC3E}">
        <p14:creationId xmlns:p14="http://schemas.microsoft.com/office/powerpoint/2010/main" val="4090056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634CBB4-B24A-8CFF-E7FA-DB66F710D4F6}"/>
              </a:ext>
            </a:extLst>
          </p:cNvPr>
          <p:cNvSpPr/>
          <p:nvPr/>
        </p:nvSpPr>
        <p:spPr>
          <a:xfrm>
            <a:off x="9991022" y="3634338"/>
            <a:ext cx="1684421" cy="4235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Add Fillers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A9591F-9BA3-0FA2-1F97-8EB3E508567C}"/>
              </a:ext>
            </a:extLst>
          </p:cNvPr>
          <p:cNvSpPr/>
          <p:nvPr/>
        </p:nvSpPr>
        <p:spPr>
          <a:xfrm>
            <a:off x="9991022" y="4388718"/>
            <a:ext cx="1684421" cy="549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Physical Verification </a:t>
            </a:r>
          </a:p>
        </p:txBody>
      </p:sp>
      <p:sp>
        <p:nvSpPr>
          <p:cNvPr id="36" name="Flowchart: Decision 35">
            <a:extLst>
              <a:ext uri="{FF2B5EF4-FFF2-40B4-BE49-F238E27FC236}">
                <a16:creationId xmlns:a16="http://schemas.microsoft.com/office/drawing/2014/main" id="{CB54D53A-D690-5D7A-0103-DF6A14376DFE}"/>
              </a:ext>
            </a:extLst>
          </p:cNvPr>
          <p:cNvSpPr/>
          <p:nvPr/>
        </p:nvSpPr>
        <p:spPr>
          <a:xfrm>
            <a:off x="9991021" y="5443876"/>
            <a:ext cx="1684422" cy="612005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Timing met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FF0504D-019E-CC61-26BC-C07F8CE5CAF6}"/>
              </a:ext>
            </a:extLst>
          </p:cNvPr>
          <p:cNvGrpSpPr/>
          <p:nvPr/>
        </p:nvGrpSpPr>
        <p:grpSpPr>
          <a:xfrm>
            <a:off x="79407" y="770021"/>
            <a:ext cx="6104825" cy="5881036"/>
            <a:chOff x="79407" y="925137"/>
            <a:chExt cx="6104825" cy="57259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36C321A-C564-A3D3-4919-3898FCC2BFA1}"/>
                </a:ext>
              </a:extLst>
            </p:cNvPr>
            <p:cNvSpPr/>
            <p:nvPr/>
          </p:nvSpPr>
          <p:spPr>
            <a:xfrm>
              <a:off x="962524" y="925137"/>
              <a:ext cx="1771049" cy="42351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Design Import 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1193184-8E04-E4BE-C6BC-B62DD4BAE9A3}"/>
                </a:ext>
              </a:extLst>
            </p:cNvPr>
            <p:cNvSpPr/>
            <p:nvPr/>
          </p:nvSpPr>
          <p:spPr>
            <a:xfrm>
              <a:off x="967336" y="1527414"/>
              <a:ext cx="1766237" cy="54904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Create and load Floorplan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E5A38B3-4CB1-954F-AF88-83400FAC695D}"/>
                </a:ext>
              </a:extLst>
            </p:cNvPr>
            <p:cNvSpPr/>
            <p:nvPr/>
          </p:nvSpPr>
          <p:spPr>
            <a:xfrm>
              <a:off x="967335" y="2241685"/>
              <a:ext cx="1766237" cy="65532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Timing Mode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3D6579E-FC2F-FEB5-F082-7D904713F27B}"/>
                </a:ext>
              </a:extLst>
            </p:cNvPr>
            <p:cNvSpPr/>
            <p:nvPr/>
          </p:nvSpPr>
          <p:spPr>
            <a:xfrm>
              <a:off x="962524" y="3111058"/>
              <a:ext cx="1771049" cy="51976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Scan Definition 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6A40F6-13ED-A898-AC17-7ED6C1507572}"/>
                </a:ext>
              </a:extLst>
            </p:cNvPr>
            <p:cNvSpPr/>
            <p:nvPr/>
          </p:nvSpPr>
          <p:spPr>
            <a:xfrm>
              <a:off x="928836" y="3806770"/>
              <a:ext cx="1838426" cy="67777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Cell placement + Pre CTS opt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1F08226-A620-04B2-F245-ABB2FF8E2879}"/>
                </a:ext>
              </a:extLst>
            </p:cNvPr>
            <p:cNvSpPr/>
            <p:nvPr/>
          </p:nvSpPr>
          <p:spPr>
            <a:xfrm>
              <a:off x="4492591" y="947599"/>
              <a:ext cx="1684421" cy="51094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CTS + Post CTS setup Fixing 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195FE12-13DF-93FC-3805-E875D1F806F0}"/>
                </a:ext>
              </a:extLst>
            </p:cNvPr>
            <p:cNvSpPr/>
            <p:nvPr/>
          </p:nvSpPr>
          <p:spPr>
            <a:xfrm>
              <a:off x="4499810" y="1877035"/>
              <a:ext cx="1684421" cy="54904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Post CTS Hold Fixing 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A41F21F-467F-B341-8543-8FA396187FC5}"/>
                </a:ext>
              </a:extLst>
            </p:cNvPr>
            <p:cNvSpPr/>
            <p:nvPr/>
          </p:nvSpPr>
          <p:spPr>
            <a:xfrm>
              <a:off x="4492589" y="3702028"/>
              <a:ext cx="1684421" cy="42351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Routing 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3A450B3-F887-4C67-2C6A-BF8F9C4DF83F}"/>
                </a:ext>
              </a:extLst>
            </p:cNvPr>
            <p:cNvSpPr/>
            <p:nvPr/>
          </p:nvSpPr>
          <p:spPr>
            <a:xfrm>
              <a:off x="4492588" y="4646306"/>
              <a:ext cx="1684421" cy="42351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Post Route opt</a:t>
              </a:r>
            </a:p>
          </p:txBody>
        </p:sp>
        <p:sp>
          <p:nvSpPr>
            <p:cNvPr id="24" name="Flowchart: Decision 23">
              <a:extLst>
                <a:ext uri="{FF2B5EF4-FFF2-40B4-BE49-F238E27FC236}">
                  <a16:creationId xmlns:a16="http://schemas.microsoft.com/office/drawing/2014/main" id="{3D70067C-5369-7780-CA00-F511E2E259E0}"/>
                </a:ext>
              </a:extLst>
            </p:cNvPr>
            <p:cNvSpPr/>
            <p:nvPr/>
          </p:nvSpPr>
          <p:spPr>
            <a:xfrm>
              <a:off x="1010649" y="4688204"/>
              <a:ext cx="1684422" cy="612005"/>
            </a:xfrm>
            <a:prstGeom prst="flowChartDecisio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Timing met </a:t>
              </a:r>
            </a:p>
          </p:txBody>
        </p:sp>
        <p:sp>
          <p:nvSpPr>
            <p:cNvPr id="26" name="Flowchart: Decision 25">
              <a:extLst>
                <a:ext uri="{FF2B5EF4-FFF2-40B4-BE49-F238E27FC236}">
                  <a16:creationId xmlns:a16="http://schemas.microsoft.com/office/drawing/2014/main" id="{F2880FF6-AD9A-78E4-E49E-4B82487B4DB5}"/>
                </a:ext>
              </a:extLst>
            </p:cNvPr>
            <p:cNvSpPr/>
            <p:nvPr/>
          </p:nvSpPr>
          <p:spPr>
            <a:xfrm>
              <a:off x="4492590" y="2846983"/>
              <a:ext cx="1684422" cy="612005"/>
            </a:xfrm>
            <a:prstGeom prst="flowChartDecisio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Timing met</a:t>
              </a:r>
            </a:p>
          </p:txBody>
        </p:sp>
        <p:sp>
          <p:nvSpPr>
            <p:cNvPr id="34" name="Flowchart: Decision 33">
              <a:extLst>
                <a:ext uri="{FF2B5EF4-FFF2-40B4-BE49-F238E27FC236}">
                  <a16:creationId xmlns:a16="http://schemas.microsoft.com/office/drawing/2014/main" id="{3F018FA0-3F53-828B-C428-1646700AA5F2}"/>
                </a:ext>
              </a:extLst>
            </p:cNvPr>
            <p:cNvSpPr/>
            <p:nvPr/>
          </p:nvSpPr>
          <p:spPr>
            <a:xfrm>
              <a:off x="4499810" y="5587865"/>
              <a:ext cx="1684422" cy="612005"/>
            </a:xfrm>
            <a:prstGeom prst="flowChartDecisio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Timing met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8F5C095-342A-0F93-388F-66DFB7E914B4}"/>
                </a:ext>
              </a:extLst>
            </p:cNvPr>
            <p:cNvCxnSpPr>
              <a:cxnSpLocks/>
              <a:stCxn id="3" idx="2"/>
              <a:endCxn id="5" idx="0"/>
            </p:cNvCxnSpPr>
            <p:nvPr/>
          </p:nvCxnSpPr>
          <p:spPr>
            <a:xfrm>
              <a:off x="1848049" y="1348649"/>
              <a:ext cx="2406" cy="1787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390D279-BB1A-15EB-EF0D-5D72004023D4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 flipH="1">
              <a:off x="1850454" y="2076456"/>
              <a:ext cx="1" cy="1652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2CFAACC-7B4A-AA3C-647B-3723FD2851D5}"/>
                </a:ext>
              </a:extLst>
            </p:cNvPr>
            <p:cNvCxnSpPr>
              <a:stCxn id="11" idx="2"/>
              <a:endCxn id="24" idx="0"/>
            </p:cNvCxnSpPr>
            <p:nvPr/>
          </p:nvCxnSpPr>
          <p:spPr>
            <a:xfrm>
              <a:off x="1848049" y="4484549"/>
              <a:ext cx="4811" cy="2036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66C81F7-380F-83F9-1C4C-EF3B08C0EEF8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>
              <a:off x="1848049" y="3630822"/>
              <a:ext cx="0" cy="1759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4ADA984E-B8F4-F528-4915-4C8725568DC5}"/>
                </a:ext>
              </a:extLst>
            </p:cNvPr>
            <p:cNvCxnSpPr>
              <a:stCxn id="24" idx="1"/>
              <a:endCxn id="9" idx="1"/>
            </p:cNvCxnSpPr>
            <p:nvPr/>
          </p:nvCxnSpPr>
          <p:spPr>
            <a:xfrm rot="10800000">
              <a:off x="962525" y="3370941"/>
              <a:ext cx="48125" cy="1623267"/>
            </a:xfrm>
            <a:prstGeom prst="bentConnector3">
              <a:avLst>
                <a:gd name="adj1" fmla="val 575013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73640C0-7D67-ABE5-D27F-3473F881C1D1}"/>
                </a:ext>
              </a:extLst>
            </p:cNvPr>
            <p:cNvCxnSpPr>
              <a:stCxn id="13" idx="2"/>
              <a:endCxn id="15" idx="0"/>
            </p:cNvCxnSpPr>
            <p:nvPr/>
          </p:nvCxnSpPr>
          <p:spPr>
            <a:xfrm>
              <a:off x="5334802" y="1458540"/>
              <a:ext cx="7219" cy="4184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30A7B48F-6E4E-60DF-615F-7F46FEA9F38C}"/>
                </a:ext>
              </a:extLst>
            </p:cNvPr>
            <p:cNvCxnSpPr>
              <a:stCxn id="15" idx="2"/>
              <a:endCxn id="26" idx="0"/>
            </p:cNvCxnSpPr>
            <p:nvPr/>
          </p:nvCxnSpPr>
          <p:spPr>
            <a:xfrm flipH="1">
              <a:off x="5334801" y="2426076"/>
              <a:ext cx="7220" cy="4209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CC2CA0F8-8F51-57F5-55F6-BD91E8D284ED}"/>
                </a:ext>
              </a:extLst>
            </p:cNvPr>
            <p:cNvCxnSpPr>
              <a:stCxn id="17" idx="2"/>
              <a:endCxn id="19" idx="0"/>
            </p:cNvCxnSpPr>
            <p:nvPr/>
          </p:nvCxnSpPr>
          <p:spPr>
            <a:xfrm flipH="1">
              <a:off x="5334799" y="4125540"/>
              <a:ext cx="1" cy="5207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FAC21ED-ACE7-A53E-2F8F-CA817416A6EE}"/>
                </a:ext>
              </a:extLst>
            </p:cNvPr>
            <p:cNvCxnSpPr>
              <a:stCxn id="19" idx="2"/>
              <a:endCxn id="34" idx="0"/>
            </p:cNvCxnSpPr>
            <p:nvPr/>
          </p:nvCxnSpPr>
          <p:spPr>
            <a:xfrm>
              <a:off x="5334799" y="5069818"/>
              <a:ext cx="7222" cy="5180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: Elbow 60">
              <a:extLst>
                <a:ext uri="{FF2B5EF4-FFF2-40B4-BE49-F238E27FC236}">
                  <a16:creationId xmlns:a16="http://schemas.microsoft.com/office/drawing/2014/main" id="{CE08F5B9-0A3D-BA5E-F77E-FB41FD629EF7}"/>
                </a:ext>
              </a:extLst>
            </p:cNvPr>
            <p:cNvCxnSpPr>
              <a:stCxn id="26" idx="1"/>
              <a:endCxn id="13" idx="1"/>
            </p:cNvCxnSpPr>
            <p:nvPr/>
          </p:nvCxnSpPr>
          <p:spPr>
            <a:xfrm rot="10800000" flipH="1">
              <a:off x="4492589" y="1203070"/>
              <a:ext cx="1" cy="1949916"/>
            </a:xfrm>
            <a:prstGeom prst="bentConnector3">
              <a:avLst>
                <a:gd name="adj1" fmla="val -2286000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: Elbow 62">
              <a:extLst>
                <a:ext uri="{FF2B5EF4-FFF2-40B4-BE49-F238E27FC236}">
                  <a16:creationId xmlns:a16="http://schemas.microsoft.com/office/drawing/2014/main" id="{8C082D98-FB1E-7992-3EBE-CCD83B0071DA}"/>
                </a:ext>
              </a:extLst>
            </p:cNvPr>
            <p:cNvCxnSpPr>
              <a:stCxn id="34" idx="1"/>
              <a:endCxn id="17" idx="1"/>
            </p:cNvCxnSpPr>
            <p:nvPr/>
          </p:nvCxnSpPr>
          <p:spPr>
            <a:xfrm rot="10800000">
              <a:off x="4492590" y="3913784"/>
              <a:ext cx="7221" cy="1980084"/>
            </a:xfrm>
            <a:prstGeom prst="bentConnector3">
              <a:avLst>
                <a:gd name="adj1" fmla="val 3265767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F01D1E20-51B8-C75A-74DA-58C623B083EF}"/>
                </a:ext>
              </a:extLst>
            </p:cNvPr>
            <p:cNvCxnSpPr>
              <a:stCxn id="7" idx="2"/>
              <a:endCxn id="9" idx="0"/>
            </p:cNvCxnSpPr>
            <p:nvPr/>
          </p:nvCxnSpPr>
          <p:spPr>
            <a:xfrm flipH="1">
              <a:off x="1848049" y="2897006"/>
              <a:ext cx="2405" cy="2140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: Elbow 95">
              <a:extLst>
                <a:ext uri="{FF2B5EF4-FFF2-40B4-BE49-F238E27FC236}">
                  <a16:creationId xmlns:a16="http://schemas.microsoft.com/office/drawing/2014/main" id="{71D9FB06-802A-D540-5795-75B578945987}"/>
                </a:ext>
              </a:extLst>
            </p:cNvPr>
            <p:cNvCxnSpPr>
              <a:stCxn id="24" idx="2"/>
              <a:endCxn id="13" idx="0"/>
            </p:cNvCxnSpPr>
            <p:nvPr/>
          </p:nvCxnSpPr>
          <p:spPr>
            <a:xfrm rot="5400000" flipH="1" flipV="1">
              <a:off x="1417526" y="1382933"/>
              <a:ext cx="4352610" cy="3481942"/>
            </a:xfrm>
            <a:prstGeom prst="bentConnector5">
              <a:avLst>
                <a:gd name="adj1" fmla="val -11665"/>
                <a:gd name="adj2" fmla="val 50000"/>
                <a:gd name="adj3" fmla="val 105252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C69F9CC9-B464-9454-CC81-15BAF38E7115}"/>
                </a:ext>
              </a:extLst>
            </p:cNvPr>
            <p:cNvCxnSpPr>
              <a:stCxn id="26" idx="2"/>
              <a:endCxn id="17" idx="0"/>
            </p:cNvCxnSpPr>
            <p:nvPr/>
          </p:nvCxnSpPr>
          <p:spPr>
            <a:xfrm flipH="1">
              <a:off x="5334800" y="3458988"/>
              <a:ext cx="1" cy="2430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2F4B5B7-9876-ADBD-DBE4-9C37DBF9FCD3}"/>
                </a:ext>
              </a:extLst>
            </p:cNvPr>
            <p:cNvSpPr txBox="1"/>
            <p:nvPr/>
          </p:nvSpPr>
          <p:spPr>
            <a:xfrm>
              <a:off x="79407" y="3940874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Flase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7065693-7C47-8B82-9232-C5A50BC9CA60}"/>
                </a:ext>
              </a:extLst>
            </p:cNvPr>
            <p:cNvSpPr txBox="1"/>
            <p:nvPr/>
          </p:nvSpPr>
          <p:spPr>
            <a:xfrm>
              <a:off x="5342020" y="3381986"/>
              <a:ext cx="611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True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0EB9168-E9C4-F297-A98E-C3D66CDF9964}"/>
                </a:ext>
              </a:extLst>
            </p:cNvPr>
            <p:cNvSpPr txBox="1"/>
            <p:nvPr/>
          </p:nvSpPr>
          <p:spPr>
            <a:xfrm>
              <a:off x="3568564" y="1868342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Flase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6E22A24-E422-FEED-CD47-4A931D1490E3}"/>
                </a:ext>
              </a:extLst>
            </p:cNvPr>
            <p:cNvSpPr txBox="1"/>
            <p:nvPr/>
          </p:nvSpPr>
          <p:spPr>
            <a:xfrm>
              <a:off x="3620649" y="4668852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Flase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2236484-4EA4-756F-C0E0-CF6E5656CFA6}"/>
                </a:ext>
              </a:extLst>
            </p:cNvPr>
            <p:cNvSpPr txBox="1"/>
            <p:nvPr/>
          </p:nvSpPr>
          <p:spPr>
            <a:xfrm>
              <a:off x="2398400" y="5501367"/>
              <a:ext cx="611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True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CA7A0DEE-CD1F-7006-BDCB-C85627988F9E}"/>
                </a:ext>
              </a:extLst>
            </p:cNvPr>
            <p:cNvSpPr txBox="1"/>
            <p:nvPr/>
          </p:nvSpPr>
          <p:spPr>
            <a:xfrm>
              <a:off x="5357152" y="6199870"/>
              <a:ext cx="611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True</a:t>
              </a:r>
            </a:p>
          </p:txBody>
        </p: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507B3ACE-5F55-C50B-5DFC-6DEF72F6E6B8}"/>
                </a:ext>
              </a:extLst>
            </p:cNvPr>
            <p:cNvCxnSpPr>
              <a:stCxn id="34" idx="2"/>
            </p:cNvCxnSpPr>
            <p:nvPr/>
          </p:nvCxnSpPr>
          <p:spPr>
            <a:xfrm flipH="1">
              <a:off x="5342020" y="6199870"/>
              <a:ext cx="1" cy="4511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11239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4C820BC-C820-7553-90B5-4B10F71BC835}"/>
              </a:ext>
            </a:extLst>
          </p:cNvPr>
          <p:cNvGrpSpPr/>
          <p:nvPr/>
        </p:nvGrpSpPr>
        <p:grpSpPr>
          <a:xfrm>
            <a:off x="1087119" y="762000"/>
            <a:ext cx="8670647" cy="4124961"/>
            <a:chOff x="1087119" y="762000"/>
            <a:chExt cx="8670647" cy="412496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61979D4-D0CC-8020-47CD-309390B3709D}"/>
                </a:ext>
              </a:extLst>
            </p:cNvPr>
            <p:cNvSpPr/>
            <p:nvPr/>
          </p:nvSpPr>
          <p:spPr>
            <a:xfrm>
              <a:off x="1087119" y="2607547"/>
              <a:ext cx="2438400" cy="5892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6E1E16B-817E-0F1C-E3F9-25F7E62B7849}"/>
                </a:ext>
              </a:extLst>
            </p:cNvPr>
            <p:cNvSpPr/>
            <p:nvPr/>
          </p:nvSpPr>
          <p:spPr>
            <a:xfrm>
              <a:off x="1087120" y="1676400"/>
              <a:ext cx="2438400" cy="5892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26B54E3-3491-970E-F136-ECD1479A671E}"/>
                </a:ext>
              </a:extLst>
            </p:cNvPr>
            <p:cNvSpPr/>
            <p:nvPr/>
          </p:nvSpPr>
          <p:spPr>
            <a:xfrm>
              <a:off x="1087120" y="762000"/>
              <a:ext cx="2438400" cy="5892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FEA8D66-DA58-1BA4-3BB9-C83CC81072A4}"/>
                </a:ext>
              </a:extLst>
            </p:cNvPr>
            <p:cNvSpPr/>
            <p:nvPr/>
          </p:nvSpPr>
          <p:spPr>
            <a:xfrm>
              <a:off x="1087120" y="3383281"/>
              <a:ext cx="2438399" cy="5892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7B5864B-8D8C-4E0A-3084-26A8A7B3C972}"/>
                </a:ext>
              </a:extLst>
            </p:cNvPr>
            <p:cNvSpPr/>
            <p:nvPr/>
          </p:nvSpPr>
          <p:spPr>
            <a:xfrm>
              <a:off x="1087120" y="4297681"/>
              <a:ext cx="2438399" cy="5892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1CB49B4-5AA5-D67E-6A18-472CB9C5A0DE}"/>
                </a:ext>
              </a:extLst>
            </p:cNvPr>
            <p:cNvSpPr txBox="1"/>
            <p:nvPr/>
          </p:nvSpPr>
          <p:spPr>
            <a:xfrm>
              <a:off x="1127261" y="871974"/>
              <a:ext cx="1324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RTL Design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D951C4-10DA-1F16-9216-87D8FF5D565E}"/>
                </a:ext>
              </a:extLst>
            </p:cNvPr>
            <p:cNvSpPr txBox="1"/>
            <p:nvPr/>
          </p:nvSpPr>
          <p:spPr>
            <a:xfrm>
              <a:off x="1087119" y="1804909"/>
              <a:ext cx="11486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Synthesis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34DF84B-6A2F-1579-1922-9AD811A34435}"/>
                </a:ext>
              </a:extLst>
            </p:cNvPr>
            <p:cNvSpPr txBox="1"/>
            <p:nvPr/>
          </p:nvSpPr>
          <p:spPr>
            <a:xfrm>
              <a:off x="1087119" y="2717521"/>
              <a:ext cx="1767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Physical design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367637A-DD31-BBFF-83C9-074727989BBF}"/>
                </a:ext>
              </a:extLst>
            </p:cNvPr>
            <p:cNvSpPr txBox="1"/>
            <p:nvPr/>
          </p:nvSpPr>
          <p:spPr>
            <a:xfrm>
              <a:off x="1090745" y="3516868"/>
              <a:ext cx="1476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STA &amp; Signoff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8517E9F-22AA-556E-217D-BFCA82184530}"/>
                </a:ext>
              </a:extLst>
            </p:cNvPr>
            <p:cNvSpPr txBox="1"/>
            <p:nvPr/>
          </p:nvSpPr>
          <p:spPr>
            <a:xfrm>
              <a:off x="1159001" y="4407655"/>
              <a:ext cx="2488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Post- silicon Validation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6D435C6-2C87-9DEE-91A8-86E5FA05165E}"/>
                </a:ext>
              </a:extLst>
            </p:cNvPr>
            <p:cNvSpPr txBox="1"/>
            <p:nvPr/>
          </p:nvSpPr>
          <p:spPr>
            <a:xfrm>
              <a:off x="4146712" y="1744523"/>
              <a:ext cx="2580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Gate level optimization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A70C0F3-9201-446B-394C-D27CF3F858A4}"/>
                </a:ext>
              </a:extLst>
            </p:cNvPr>
            <p:cNvSpPr txBox="1"/>
            <p:nvPr/>
          </p:nvSpPr>
          <p:spPr>
            <a:xfrm>
              <a:off x="4185920" y="2717521"/>
              <a:ext cx="55718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Floorplanning , placement , CTS, Routing optimization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4E024D6-65F8-0AB2-1131-BD7E6A113792}"/>
                </a:ext>
              </a:extLst>
            </p:cNvPr>
            <p:cNvSpPr txBox="1"/>
            <p:nvPr/>
          </p:nvSpPr>
          <p:spPr>
            <a:xfrm>
              <a:off x="4166578" y="3606800"/>
              <a:ext cx="3235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Timing closure , slack analysic 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2AAB2E3-2B7D-A341-C528-6AAA1EF25FC2}"/>
                </a:ext>
              </a:extLst>
            </p:cNvPr>
            <p:cNvSpPr txBox="1"/>
            <p:nvPr/>
          </p:nvSpPr>
          <p:spPr>
            <a:xfrm>
              <a:off x="4166578" y="4485920"/>
              <a:ext cx="17274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Voltage scaling 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572A51B-BD03-B139-8F3E-CDE922D61C17}"/>
                </a:ext>
              </a:extLst>
            </p:cNvPr>
            <p:cNvSpPr txBox="1"/>
            <p:nvPr/>
          </p:nvSpPr>
          <p:spPr>
            <a:xfrm>
              <a:off x="4146258" y="855244"/>
              <a:ext cx="3599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Fsm optimization, Efficient coding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2512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2361DE4-5E27-4481-9F77-50554040D78C}"/>
              </a:ext>
            </a:extLst>
          </p:cNvPr>
          <p:cNvSpPr/>
          <p:nvPr/>
        </p:nvSpPr>
        <p:spPr>
          <a:xfrm>
            <a:off x="365760" y="2277922"/>
            <a:ext cx="2651760" cy="741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/>
              <a:t>Liberty(.lib)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23DBEC-A51F-68D1-7CCA-3D2BC1ACC654}"/>
              </a:ext>
            </a:extLst>
          </p:cNvPr>
          <p:cNvSpPr/>
          <p:nvPr/>
        </p:nvSpPr>
        <p:spPr>
          <a:xfrm>
            <a:off x="4033520" y="1248764"/>
            <a:ext cx="2489200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Cell Characterization Data</a:t>
            </a:r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053A92-D203-D727-E9A6-AEBD386E7D1B}"/>
              </a:ext>
            </a:extLst>
          </p:cNvPr>
          <p:cNvSpPr/>
          <p:nvPr/>
        </p:nvSpPr>
        <p:spPr>
          <a:xfrm>
            <a:off x="4033520" y="2335884"/>
            <a:ext cx="2489200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Functional Descriptions</a:t>
            </a:r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C598A7-AA90-85E7-D760-9BCA2F713200}"/>
              </a:ext>
            </a:extLst>
          </p:cNvPr>
          <p:cNvSpPr/>
          <p:nvPr/>
        </p:nvSpPr>
        <p:spPr>
          <a:xfrm>
            <a:off x="4033520" y="3377284"/>
            <a:ext cx="2489200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Operating Conditions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C151DE-31CB-374B-DF6C-39DCC6E7FC42}"/>
              </a:ext>
            </a:extLst>
          </p:cNvPr>
          <p:cNvSpPr txBox="1"/>
          <p:nvPr/>
        </p:nvSpPr>
        <p:spPr>
          <a:xfrm>
            <a:off x="6400800" y="1033320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>
              <a:buNone/>
            </a:pPr>
            <a:r>
              <a:rPr lang="en-US" sz="1800" b="1">
                <a:solidFill>
                  <a:schemeClr val="tx1"/>
                </a:solidFill>
                <a:effectLst/>
                <a:latin typeface="+mn-lt"/>
              </a:rPr>
              <a:t>+ Timing data</a:t>
            </a:r>
            <a:r>
              <a:rPr lang="en-US" sz="1800">
                <a:solidFill>
                  <a:schemeClr val="tx1"/>
                </a:solidFill>
                <a:effectLst/>
                <a:latin typeface="+mn-lt"/>
              </a:rPr>
              <a:t> (propagation delay, setup/hold, transition times)</a:t>
            </a:r>
          </a:p>
          <a:p>
            <a:pPr marL="685800" marR="0">
              <a:buNone/>
            </a:pPr>
            <a:r>
              <a:rPr lang="en-US" sz="1800" b="1">
                <a:solidFill>
                  <a:schemeClr val="tx1"/>
                </a:solidFill>
                <a:effectLst/>
                <a:latin typeface="+mn-lt"/>
              </a:rPr>
              <a:t>+ Power data</a:t>
            </a:r>
            <a:r>
              <a:rPr lang="en-US" sz="1800">
                <a:solidFill>
                  <a:schemeClr val="tx1"/>
                </a:solidFill>
                <a:effectLst/>
                <a:latin typeface="+mn-lt"/>
              </a:rPr>
              <a:t> (internal power, leakage)</a:t>
            </a:r>
            <a:endParaRPr lang="en-US" sz="110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019F9F-082B-0524-A388-8AFB7FE8AA29}"/>
              </a:ext>
            </a:extLst>
          </p:cNvPr>
          <p:cNvSpPr txBox="1"/>
          <p:nvPr/>
        </p:nvSpPr>
        <p:spPr>
          <a:xfrm>
            <a:off x="7218680" y="3405085"/>
            <a:ext cx="6309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>
                <a:solidFill>
                  <a:schemeClr val="tx1"/>
                </a:solidFill>
                <a:effectLst/>
                <a:latin typeface="+mn-lt"/>
              </a:rPr>
              <a:t>voltage, temperature, process corner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52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054D35-9BCD-D8A0-971C-08D575F29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1" y="-385246"/>
            <a:ext cx="5202322" cy="73550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5F6015-383B-C6A5-D22F-91C6B115A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15" y="-2577738"/>
            <a:ext cx="6612709" cy="991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62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57817E-7F5A-FB42-A3A6-B36804D04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957" y="643467"/>
            <a:ext cx="3718686" cy="55710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E00E95-D922-41D1-D59A-8C0B72622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355" y="643467"/>
            <a:ext cx="371868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742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FAE36023-A0E9-C1F9-1B16-551ED063F5BC}"/>
              </a:ext>
            </a:extLst>
          </p:cNvPr>
          <p:cNvGrpSpPr/>
          <p:nvPr/>
        </p:nvGrpSpPr>
        <p:grpSpPr>
          <a:xfrm>
            <a:off x="118400" y="1384110"/>
            <a:ext cx="12003542" cy="4839896"/>
            <a:chOff x="118400" y="1384110"/>
            <a:chExt cx="12003542" cy="483989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E569181-D76F-9330-53D9-694C6982AEBC}"/>
                </a:ext>
              </a:extLst>
            </p:cNvPr>
            <p:cNvSpPr/>
            <p:nvPr/>
          </p:nvSpPr>
          <p:spPr>
            <a:xfrm>
              <a:off x="118400" y="3442314"/>
              <a:ext cx="1645920" cy="3302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analysis_vi</a:t>
              </a:r>
              <a:r>
                <a:rPr lang="vi-VN"/>
                <a:t>e</a:t>
              </a:r>
              <a:r>
                <a:rPr lang="en-US"/>
                <a:t>w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DB8D703-2195-B915-C393-3A9D8B487368}"/>
                </a:ext>
              </a:extLst>
            </p:cNvPr>
            <p:cNvSpPr/>
            <p:nvPr/>
          </p:nvSpPr>
          <p:spPr>
            <a:xfrm>
              <a:off x="2655507" y="2610003"/>
              <a:ext cx="2006600" cy="40132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delay corner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2E16757-DEDE-609C-1AE7-19216C96C4B2}"/>
                </a:ext>
              </a:extLst>
            </p:cNvPr>
            <p:cNvSpPr/>
            <p:nvPr/>
          </p:nvSpPr>
          <p:spPr>
            <a:xfrm>
              <a:off x="2696085" y="4646666"/>
              <a:ext cx="2006600" cy="40132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/>
                <a:t>Constraint</a:t>
              </a:r>
              <a:r>
                <a:rPr lang="vi-VN"/>
                <a:t> </a:t>
              </a:r>
              <a:r>
                <a:rPr lang="en-US"/>
                <a:t>mode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1FBCAE0-62F5-0E1B-F132-5761B34E03E2}"/>
                </a:ext>
              </a:extLst>
            </p:cNvPr>
            <p:cNvSpPr/>
            <p:nvPr/>
          </p:nvSpPr>
          <p:spPr>
            <a:xfrm>
              <a:off x="5425221" y="2241550"/>
              <a:ext cx="1534160" cy="40132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>
                <a:latin typeface="Aptos (Body)"/>
              </a:endParaRPr>
            </a:p>
            <a:p>
              <a:pPr algn="ctr"/>
              <a:r>
                <a:rPr lang="vi-VN">
                  <a:latin typeface="Aptos (Body)"/>
                </a:rPr>
                <a:t>RC  Corner</a:t>
              </a:r>
            </a:p>
            <a:p>
              <a:pPr algn="ctr"/>
              <a:r>
                <a:rPr lang="vi-VN">
                  <a:latin typeface="Aptos (Body)"/>
                </a:rPr>
                <a:t> </a:t>
              </a:r>
              <a:endParaRPr lang="en-US">
                <a:latin typeface="Aptos (Body)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82F4EF5-4FAF-4AEB-00C6-621FEF3001C5}"/>
                </a:ext>
              </a:extLst>
            </p:cNvPr>
            <p:cNvSpPr/>
            <p:nvPr/>
          </p:nvSpPr>
          <p:spPr>
            <a:xfrm>
              <a:off x="8139774" y="3370887"/>
              <a:ext cx="1534160" cy="40132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vi-VN"/>
                <a:t>Cell delay </a:t>
              </a:r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EA0EC6D-79FE-4899-9308-543C8D48B2C3}"/>
                </a:ext>
              </a:extLst>
            </p:cNvPr>
            <p:cNvSpPr/>
            <p:nvPr/>
          </p:nvSpPr>
          <p:spPr>
            <a:xfrm>
              <a:off x="8139774" y="2225116"/>
              <a:ext cx="1534160" cy="40132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vi-VN"/>
                <a:t>Net delay </a:t>
              </a:r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85251B1-28C8-7B18-C530-740D56801FE2}"/>
                </a:ext>
              </a:extLst>
            </p:cNvPr>
            <p:cNvSpPr/>
            <p:nvPr/>
          </p:nvSpPr>
          <p:spPr>
            <a:xfrm>
              <a:off x="5291965" y="4646666"/>
              <a:ext cx="1534160" cy="40132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vi-VN"/>
                <a:t>SDC </a:t>
              </a:r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CED04F8-0D3F-C832-131E-D6582839940D}"/>
                </a:ext>
              </a:extLst>
            </p:cNvPr>
            <p:cNvSpPr/>
            <p:nvPr/>
          </p:nvSpPr>
          <p:spPr>
            <a:xfrm>
              <a:off x="5425221" y="3370887"/>
              <a:ext cx="1534160" cy="40132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vi-VN"/>
                <a:t>Library set  </a:t>
              </a:r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7409D9E-F55C-E3A6-2199-2741E545AD7E}"/>
                </a:ext>
              </a:extLst>
            </p:cNvPr>
            <p:cNvSpPr txBox="1"/>
            <p:nvPr/>
          </p:nvSpPr>
          <p:spPr>
            <a:xfrm>
              <a:off x="5501535" y="3853208"/>
              <a:ext cx="13815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/>
                <a:t>Timing (.lib)</a:t>
              </a:r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59A3124-E798-176E-F4AC-377811A72798}"/>
                </a:ext>
              </a:extLst>
            </p:cNvPr>
            <p:cNvSpPr txBox="1"/>
            <p:nvPr/>
          </p:nvSpPr>
          <p:spPr>
            <a:xfrm>
              <a:off x="2084574" y="3376275"/>
              <a:ext cx="364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2400"/>
                <a:t>=</a:t>
              </a:r>
              <a:endParaRPr lang="en-US" sz="24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779DAB-3E2E-4541-08F1-873359BB38CE}"/>
                </a:ext>
              </a:extLst>
            </p:cNvPr>
            <p:cNvSpPr txBox="1"/>
            <p:nvPr/>
          </p:nvSpPr>
          <p:spPr>
            <a:xfrm>
              <a:off x="3476706" y="3560147"/>
              <a:ext cx="364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z="2400"/>
                <a:t>+</a:t>
              </a:r>
              <a:endParaRPr lang="en-US" sz="240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69563FA-8D6C-6334-6D2F-71D714199E5B}"/>
                </a:ext>
              </a:extLst>
            </p:cNvPr>
            <p:cNvCxnSpPr>
              <a:stCxn id="3" idx="3"/>
              <a:endCxn id="7" idx="1"/>
            </p:cNvCxnSpPr>
            <p:nvPr/>
          </p:nvCxnSpPr>
          <p:spPr>
            <a:xfrm flipV="1">
              <a:off x="4662107" y="2442210"/>
              <a:ext cx="763114" cy="36845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7623972-44BB-6818-825E-6E823C808BD0}"/>
                </a:ext>
              </a:extLst>
            </p:cNvPr>
            <p:cNvCxnSpPr>
              <a:stCxn id="5" idx="3"/>
              <a:endCxn id="13" idx="1"/>
            </p:cNvCxnSpPr>
            <p:nvPr/>
          </p:nvCxnSpPr>
          <p:spPr>
            <a:xfrm>
              <a:off x="4702685" y="4847326"/>
              <a:ext cx="5892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FC1942F-91F1-1407-6944-57E2FD178D09}"/>
                </a:ext>
              </a:extLst>
            </p:cNvPr>
            <p:cNvSpPr/>
            <p:nvPr/>
          </p:nvSpPr>
          <p:spPr>
            <a:xfrm>
              <a:off x="2450850" y="5309606"/>
              <a:ext cx="2672142" cy="9144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vi-VN">
                <a:solidFill>
                  <a:schemeClr val="tx1"/>
                </a:solidFill>
              </a:endParaRPr>
            </a:p>
            <a:p>
              <a:r>
                <a:rPr lang="en-US">
                  <a:solidFill>
                    <a:schemeClr val="tx1"/>
                  </a:solidFill>
                </a:rPr>
                <a:t>Functional, Scan, Sleep, Test…) ↔file SDC tương ứng.</a:t>
              </a:r>
            </a:p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6E0D401-74CF-5B23-EE58-CD72F6911AE0}"/>
                </a:ext>
              </a:extLst>
            </p:cNvPr>
            <p:cNvCxnSpPr>
              <a:stCxn id="3" idx="3"/>
              <a:endCxn id="15" idx="1"/>
            </p:cNvCxnSpPr>
            <p:nvPr/>
          </p:nvCxnSpPr>
          <p:spPr>
            <a:xfrm>
              <a:off x="4662107" y="2810663"/>
              <a:ext cx="763114" cy="76088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1FFBE4E7-0240-DDE1-5BEC-7A602623B127}"/>
                </a:ext>
              </a:extLst>
            </p:cNvPr>
            <p:cNvSpPr/>
            <p:nvPr/>
          </p:nvSpPr>
          <p:spPr>
            <a:xfrm>
              <a:off x="5425221" y="3821152"/>
              <a:ext cx="1534160" cy="40132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ight Brace 39">
              <a:extLst>
                <a:ext uri="{FF2B5EF4-FFF2-40B4-BE49-F238E27FC236}">
                  <a16:creationId xmlns:a16="http://schemas.microsoft.com/office/drawing/2014/main" id="{9A28195E-52EF-78BB-A7F6-171B2E6FB4E9}"/>
                </a:ext>
              </a:extLst>
            </p:cNvPr>
            <p:cNvSpPr/>
            <p:nvPr/>
          </p:nvSpPr>
          <p:spPr>
            <a:xfrm>
              <a:off x="6953125" y="2282804"/>
              <a:ext cx="286094" cy="153828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CD16AE30-A0DD-5B01-D7AC-9A731D8E3151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>
              <a:off x="7239219" y="3051944"/>
              <a:ext cx="7363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67BB19C-F43C-5A32-7783-292EF151B5DC}"/>
                </a:ext>
              </a:extLst>
            </p:cNvPr>
            <p:cNvSpPr txBox="1"/>
            <p:nvPr/>
          </p:nvSpPr>
          <p:spPr>
            <a:xfrm>
              <a:off x="7122495" y="2661985"/>
              <a:ext cx="7447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/>
                <a:t>affect</a:t>
              </a:r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C9D7535-B667-7F22-F33D-55CF0CC79325}"/>
                </a:ext>
              </a:extLst>
            </p:cNvPr>
            <p:cNvSpPr txBox="1"/>
            <p:nvPr/>
          </p:nvSpPr>
          <p:spPr>
            <a:xfrm>
              <a:off x="6025942" y="2821111"/>
              <a:ext cx="6096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vi-VN" sz="2400"/>
                <a:t>+</a:t>
              </a:r>
              <a:endParaRPr lang="en-US" sz="240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95E683B-11B9-BBD6-DD2B-241516389483}"/>
                </a:ext>
              </a:extLst>
            </p:cNvPr>
            <p:cNvSpPr txBox="1"/>
            <p:nvPr/>
          </p:nvSpPr>
          <p:spPr>
            <a:xfrm>
              <a:off x="8068916" y="3997404"/>
              <a:ext cx="1827186" cy="6710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vi-VN" sz="1800">
                  <a:effectLst/>
                </a:rPr>
                <a:t>Source :</a:t>
              </a:r>
              <a:r>
                <a:rPr lang="en-US" sz="1800">
                  <a:effectLst/>
                </a:rPr>
                <a:t>File .lib (Liberty)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F6EF4C3-928D-4E44-8330-C15526F46DBC}"/>
                </a:ext>
              </a:extLst>
            </p:cNvPr>
            <p:cNvSpPr txBox="1"/>
            <p:nvPr/>
          </p:nvSpPr>
          <p:spPr>
            <a:xfrm>
              <a:off x="8139774" y="1384110"/>
              <a:ext cx="201381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>
                  <a:effectLst/>
                </a:rPr>
                <a:t>Cap table / QRC Tech file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6893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C5538CB-D4EB-566F-2F90-1E3958005F61}"/>
              </a:ext>
            </a:extLst>
          </p:cNvPr>
          <p:cNvGrpSpPr/>
          <p:nvPr/>
        </p:nvGrpSpPr>
        <p:grpSpPr>
          <a:xfrm>
            <a:off x="1911694" y="952976"/>
            <a:ext cx="8441346" cy="1477328"/>
            <a:chOff x="1911694" y="952976"/>
            <a:chExt cx="8441346" cy="147732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9F9693F-DF27-1F5C-F15F-8BBDAAE1DB5D}"/>
                </a:ext>
              </a:extLst>
            </p:cNvPr>
            <p:cNvSpPr/>
            <p:nvPr/>
          </p:nvSpPr>
          <p:spPr>
            <a:xfrm>
              <a:off x="1911694" y="1490980"/>
              <a:ext cx="1534160" cy="40132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vi-VN"/>
                <a:t>Cell delay </a:t>
              </a:r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D8376E2-A1F4-2950-C7CF-F1325A3FFF74}"/>
                </a:ext>
              </a:extLst>
            </p:cNvPr>
            <p:cNvSpPr txBox="1"/>
            <p:nvPr/>
          </p:nvSpPr>
          <p:spPr>
            <a:xfrm>
              <a:off x="4257040" y="952976"/>
              <a:ext cx="6096000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lvl="0" indent="-285750">
                <a:buFont typeface="Wingdings" panose="05000000000000000000" pitchFamily="2" charset="2"/>
                <a:buChar char="q"/>
              </a:pPr>
              <a:r>
                <a:rPr lang="en-US" b="1"/>
                <a:t>the factors that determine Cell Delay : </a:t>
              </a:r>
              <a:endParaRPr lang="vi-VN" b="1"/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/>
                <a:t>Input transition time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/>
                <a:t>Output load (capacitance)</a:t>
              </a:r>
              <a:endParaRPr lang="vi-VN"/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/>
                <a:t>PVT condition in which the library is characterized (SS, FF, TT, voltage, temperature…)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4605ED-A778-7810-4230-C52F973CDF15}"/>
              </a:ext>
            </a:extLst>
          </p:cNvPr>
          <p:cNvGrpSpPr/>
          <p:nvPr/>
        </p:nvGrpSpPr>
        <p:grpSpPr>
          <a:xfrm>
            <a:off x="1911694" y="3020259"/>
            <a:ext cx="8441346" cy="2308324"/>
            <a:chOff x="1911694" y="3020259"/>
            <a:chExt cx="8441346" cy="230832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10121B0-7D0E-27DE-2491-A09E357DA993}"/>
                </a:ext>
              </a:extLst>
            </p:cNvPr>
            <p:cNvSpPr txBox="1"/>
            <p:nvPr/>
          </p:nvSpPr>
          <p:spPr>
            <a:xfrm>
              <a:off x="4257040" y="3020259"/>
              <a:ext cx="6096000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b="1"/>
                <a:t>RC Corner → Net Delay</a:t>
              </a:r>
              <a:endParaRPr lang="vi-VN" b="1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Net Delay (interconnect delay) is calculated from the parasitic R and C of the wire. </a:t>
              </a:r>
              <a:endParaRPr lang="vi-VN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RC Corner specifies the parasitic parameter </a:t>
              </a:r>
              <a:r>
                <a:rPr lang="vi-VN"/>
                <a:t>set: 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/>
                <a:t>Cmax / Cmin</a:t>
              </a:r>
              <a:endParaRPr lang="vi-VN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/>
                <a:t>RCmax / Rcmin</a:t>
              </a:r>
              <a:endParaRPr lang="vi-VN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/>
                <a:t>Typical</a:t>
              </a:r>
              <a:endParaRPr lang="vi-VN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/>
                <a:t>Temperature (affects the resistivity of the metal)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E5D01AA-623E-9017-0E82-FA395DBF3C16}"/>
                </a:ext>
              </a:extLst>
            </p:cNvPr>
            <p:cNvSpPr/>
            <p:nvPr/>
          </p:nvSpPr>
          <p:spPr>
            <a:xfrm>
              <a:off x="1911694" y="3348990"/>
              <a:ext cx="1534160" cy="40132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>
                <a:latin typeface="Aptos (Body)"/>
              </a:endParaRPr>
            </a:p>
            <a:p>
              <a:pPr algn="ctr"/>
              <a:r>
                <a:rPr lang="vi-VN">
                  <a:latin typeface="Aptos (Body)"/>
                </a:rPr>
                <a:t>RC  Corner</a:t>
              </a:r>
            </a:p>
            <a:p>
              <a:pPr algn="ctr"/>
              <a:r>
                <a:rPr lang="vi-VN">
                  <a:latin typeface="Aptos (Body)"/>
                </a:rPr>
                <a:t> </a:t>
              </a:r>
              <a:endParaRPr lang="en-US">
                <a:latin typeface="Aptos (Body)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46972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917C93D-1E8D-9E4E-578D-C83AE0E40E71}"/>
              </a:ext>
            </a:extLst>
          </p:cNvPr>
          <p:cNvGrpSpPr/>
          <p:nvPr/>
        </p:nvGrpSpPr>
        <p:grpSpPr>
          <a:xfrm>
            <a:off x="4735632" y="1309983"/>
            <a:ext cx="2333859" cy="3871507"/>
            <a:chOff x="4759959" y="1462384"/>
            <a:chExt cx="2333859" cy="387150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1DAF70A-3999-3EF6-1329-6CD3B58B74EA}"/>
                </a:ext>
              </a:extLst>
            </p:cNvPr>
            <p:cNvSpPr/>
            <p:nvPr/>
          </p:nvSpPr>
          <p:spPr>
            <a:xfrm>
              <a:off x="4759959" y="2659603"/>
              <a:ext cx="2333859" cy="3974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48476C8-D249-8AFD-F3F0-E5BFA83A58C3}"/>
                </a:ext>
              </a:extLst>
            </p:cNvPr>
            <p:cNvSpPr/>
            <p:nvPr/>
          </p:nvSpPr>
          <p:spPr>
            <a:xfrm>
              <a:off x="4765085" y="2089780"/>
              <a:ext cx="2319007" cy="4398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Floorplan</a:t>
              </a:r>
              <a:r>
                <a:rPr lang="en-US"/>
                <a:t> 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01584D-209D-7153-B25E-271F6561125E}"/>
                </a:ext>
              </a:extLst>
            </p:cNvPr>
            <p:cNvSpPr/>
            <p:nvPr/>
          </p:nvSpPr>
          <p:spPr>
            <a:xfrm>
              <a:off x="4767383" y="1462384"/>
              <a:ext cx="2326435" cy="4750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Init design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09D34F2-B348-BB3A-EC55-1EE4199391E7}"/>
                </a:ext>
              </a:extLst>
            </p:cNvPr>
            <p:cNvSpPr/>
            <p:nvPr/>
          </p:nvSpPr>
          <p:spPr>
            <a:xfrm>
              <a:off x="4759959" y="3778305"/>
              <a:ext cx="2324132" cy="369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7193E3-251F-BAD1-0012-A8489158F41E}"/>
                </a:ext>
              </a:extLst>
            </p:cNvPr>
            <p:cNvSpPr/>
            <p:nvPr/>
          </p:nvSpPr>
          <p:spPr>
            <a:xfrm>
              <a:off x="4759959" y="4964560"/>
              <a:ext cx="2309282" cy="369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D785064-3FF9-5CCB-49DA-E75760CA13E0}"/>
                </a:ext>
              </a:extLst>
            </p:cNvPr>
            <p:cNvSpPr txBox="1"/>
            <p:nvPr/>
          </p:nvSpPr>
          <p:spPr>
            <a:xfrm>
              <a:off x="5294462" y="2693184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/>
                <a:t>Placement </a:t>
              </a:r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4818868-4E6A-BEC8-646C-855097D32A21}"/>
                </a:ext>
              </a:extLst>
            </p:cNvPr>
            <p:cNvSpPr txBox="1"/>
            <p:nvPr/>
          </p:nvSpPr>
          <p:spPr>
            <a:xfrm>
              <a:off x="5311395" y="3795261"/>
              <a:ext cx="11394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Post -CTS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E7F5B16-9A91-5CB1-D3C8-91CB46704A3C}"/>
                </a:ext>
              </a:extLst>
            </p:cNvPr>
            <p:cNvSpPr txBox="1"/>
            <p:nvPr/>
          </p:nvSpPr>
          <p:spPr>
            <a:xfrm>
              <a:off x="5402663" y="4388389"/>
              <a:ext cx="947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Routing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EB07C51-8AE8-5828-E7C8-460401B406BC}"/>
                </a:ext>
              </a:extLst>
            </p:cNvPr>
            <p:cNvSpPr txBox="1"/>
            <p:nvPr/>
          </p:nvSpPr>
          <p:spPr>
            <a:xfrm>
              <a:off x="5209047" y="4964559"/>
              <a:ext cx="13052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Post Route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1E7007-2670-3030-C5B8-A74895A631C9}"/>
                </a:ext>
              </a:extLst>
            </p:cNvPr>
            <p:cNvSpPr/>
            <p:nvPr/>
          </p:nvSpPr>
          <p:spPr>
            <a:xfrm>
              <a:off x="4759959" y="4371432"/>
              <a:ext cx="2324132" cy="3693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FCB2DF1A-3114-3AFF-9F3A-CDF5D4E6065A}"/>
              </a:ext>
            </a:extLst>
          </p:cNvPr>
          <p:cNvSpPr/>
          <p:nvPr/>
        </p:nvSpPr>
        <p:spPr>
          <a:xfrm>
            <a:off x="4768425" y="5371817"/>
            <a:ext cx="2309282" cy="3693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0E43C2-6636-B575-CEEF-EC40AE17FFB0}"/>
              </a:ext>
            </a:extLst>
          </p:cNvPr>
          <p:cNvSpPr txBox="1"/>
          <p:nvPr/>
        </p:nvSpPr>
        <p:spPr>
          <a:xfrm>
            <a:off x="5217513" y="5382632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Updated DEF 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72EA5B-7E61-92CA-9692-E36FD9B7F4DC}"/>
              </a:ext>
            </a:extLst>
          </p:cNvPr>
          <p:cNvSpPr/>
          <p:nvPr/>
        </p:nvSpPr>
        <p:spPr>
          <a:xfrm>
            <a:off x="4128144" y="521132"/>
            <a:ext cx="3615267" cy="3693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>
                <a:solidFill>
                  <a:schemeClr val="tx1"/>
                </a:solidFill>
              </a:rPr>
              <a:t>Netlist + LEF+ DEF+SDC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40D7639-D9FC-A9D8-8132-6078252C3C49}"/>
              </a:ext>
            </a:extLst>
          </p:cNvPr>
          <p:cNvCxnSpPr>
            <a:stCxn id="22" idx="2"/>
            <a:endCxn id="5" idx="0"/>
          </p:cNvCxnSpPr>
          <p:nvPr/>
        </p:nvCxnSpPr>
        <p:spPr>
          <a:xfrm flipH="1">
            <a:off x="5906274" y="890463"/>
            <a:ext cx="29504" cy="419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58B5901-4D66-29C4-D9E5-22E5AD76E728}"/>
              </a:ext>
            </a:extLst>
          </p:cNvPr>
          <p:cNvSpPr txBox="1"/>
          <p:nvPr/>
        </p:nvSpPr>
        <p:spPr>
          <a:xfrm>
            <a:off x="2949844" y="1945011"/>
            <a:ext cx="2333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/>
              <a:t>DEF </a:t>
            </a:r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475F5B0-3544-5302-D1BB-529F468B1B7A}"/>
              </a:ext>
            </a:extLst>
          </p:cNvPr>
          <p:cNvSpPr/>
          <p:nvPr/>
        </p:nvSpPr>
        <p:spPr>
          <a:xfrm>
            <a:off x="0" y="1776567"/>
            <a:ext cx="4605867" cy="65336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5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5A2AFF3B-9872-9DE1-7ADD-B1A240FB8AAF}"/>
              </a:ext>
            </a:extLst>
          </p:cNvPr>
          <p:cNvGrpSpPr/>
          <p:nvPr/>
        </p:nvGrpSpPr>
        <p:grpSpPr>
          <a:xfrm>
            <a:off x="187915" y="1199918"/>
            <a:ext cx="11394485" cy="4580061"/>
            <a:chOff x="187915" y="1199918"/>
            <a:chExt cx="11394485" cy="458006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ED0674C-F738-F1E9-20B0-B05D9C637973}"/>
                </a:ext>
              </a:extLst>
            </p:cNvPr>
            <p:cNvGrpSpPr/>
            <p:nvPr/>
          </p:nvGrpSpPr>
          <p:grpSpPr>
            <a:xfrm>
              <a:off x="4048759" y="1199918"/>
              <a:ext cx="2341283" cy="4580061"/>
              <a:chOff x="4759959" y="1462384"/>
              <a:chExt cx="2341283" cy="4580061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CD98F44-4BDE-18FC-2B04-F0C68F0E63AF}"/>
                  </a:ext>
                </a:extLst>
              </p:cNvPr>
              <p:cNvSpPr/>
              <p:nvPr/>
            </p:nvSpPr>
            <p:spPr>
              <a:xfrm>
                <a:off x="4759959" y="2659603"/>
                <a:ext cx="2333859" cy="39745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9AE3433-E61A-B50E-37AE-66C5DF6F1DE9}"/>
                  </a:ext>
                </a:extLst>
              </p:cNvPr>
              <p:cNvSpPr/>
              <p:nvPr/>
            </p:nvSpPr>
            <p:spPr>
              <a:xfrm>
                <a:off x="4765085" y="2089780"/>
                <a:ext cx="2319007" cy="43986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Floorplan</a:t>
                </a:r>
                <a:r>
                  <a:rPr lang="en-US"/>
                  <a:t> 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37F83BF-7DF9-432F-2895-2D88799B0EA4}"/>
                  </a:ext>
                </a:extLst>
              </p:cNvPr>
              <p:cNvSpPr/>
              <p:nvPr/>
            </p:nvSpPr>
            <p:spPr>
              <a:xfrm>
                <a:off x="4767383" y="1462384"/>
                <a:ext cx="2326435" cy="4750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Init design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E81C892-2F01-95BD-4DD2-98F55BAAEB0B}"/>
                  </a:ext>
                </a:extLst>
              </p:cNvPr>
              <p:cNvSpPr/>
              <p:nvPr/>
            </p:nvSpPr>
            <p:spPr>
              <a:xfrm>
                <a:off x="4759959" y="3226610"/>
                <a:ext cx="2333860" cy="10926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9E1A383-C9DD-4563-C5D6-F2FB2BD61674}"/>
                  </a:ext>
                </a:extLst>
              </p:cNvPr>
              <p:cNvSpPr/>
              <p:nvPr/>
            </p:nvSpPr>
            <p:spPr>
              <a:xfrm>
                <a:off x="4759960" y="4482777"/>
                <a:ext cx="2324132" cy="36933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93FF6FC-B16D-8C67-03AB-D1864D62AFB8}"/>
                  </a:ext>
                </a:extLst>
              </p:cNvPr>
              <p:cNvSpPr/>
              <p:nvPr/>
            </p:nvSpPr>
            <p:spPr>
              <a:xfrm>
                <a:off x="4774809" y="5673114"/>
                <a:ext cx="2309282" cy="36933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4C3F03-A9D4-7FC2-1505-7FDFE489B6BA}"/>
                  </a:ext>
                </a:extLst>
              </p:cNvPr>
              <p:cNvSpPr txBox="1"/>
              <p:nvPr/>
            </p:nvSpPr>
            <p:spPr>
              <a:xfrm>
                <a:off x="5294462" y="2693184"/>
                <a:ext cx="11641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Place Opt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9D1C18-05E9-E20F-486A-369D3E40C028}"/>
                  </a:ext>
                </a:extLst>
              </p:cNvPr>
              <p:cNvSpPr txBox="1"/>
              <p:nvPr/>
            </p:nvSpPr>
            <p:spPr>
              <a:xfrm>
                <a:off x="4767383" y="3187802"/>
                <a:ext cx="233385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Clock Concurrent optimization Technology (CCOPT)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E0F084-92CF-0979-3108-F9702224D212}"/>
                  </a:ext>
                </a:extLst>
              </p:cNvPr>
              <p:cNvSpPr txBox="1"/>
              <p:nvPr/>
            </p:nvSpPr>
            <p:spPr>
              <a:xfrm>
                <a:off x="5185769" y="4466815"/>
                <a:ext cx="11394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Post -CTS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029E27-C435-DB60-065E-F1F7E1AF7014}"/>
                  </a:ext>
                </a:extLst>
              </p:cNvPr>
              <p:cNvSpPr txBox="1"/>
              <p:nvPr/>
            </p:nvSpPr>
            <p:spPr>
              <a:xfrm>
                <a:off x="5281628" y="5057318"/>
                <a:ext cx="9476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Routing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41F5F9-A211-E3C5-20C6-32C765484918}"/>
                  </a:ext>
                </a:extLst>
              </p:cNvPr>
              <p:cNvSpPr txBox="1"/>
              <p:nvPr/>
            </p:nvSpPr>
            <p:spPr>
              <a:xfrm>
                <a:off x="5223897" y="5673113"/>
                <a:ext cx="13052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Post Route 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1BE7E26-F352-D6B8-FF32-7622B4BCA956}"/>
                  </a:ext>
                </a:extLst>
              </p:cNvPr>
              <p:cNvSpPr/>
              <p:nvPr/>
            </p:nvSpPr>
            <p:spPr>
              <a:xfrm>
                <a:off x="4759959" y="5023405"/>
                <a:ext cx="2324132" cy="36933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00E3487-A6A1-110D-E8E0-8047AAFC089B}"/>
                </a:ext>
              </a:extLst>
            </p:cNvPr>
            <p:cNvSpPr/>
            <p:nvPr/>
          </p:nvSpPr>
          <p:spPr>
            <a:xfrm>
              <a:off x="187915" y="1803401"/>
              <a:ext cx="3327400" cy="506113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vi-VN"/>
                <a:t>Marcos,pin location, </a:t>
              </a:r>
              <a:r>
                <a:rPr lang="en-US"/>
                <a:t>Core boundary and area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F7FED47-A885-87B1-930E-A1976013468D}"/>
                </a:ext>
              </a:extLst>
            </p:cNvPr>
            <p:cNvSpPr/>
            <p:nvPr/>
          </p:nvSpPr>
          <p:spPr>
            <a:xfrm>
              <a:off x="187915" y="3000105"/>
              <a:ext cx="3681796" cy="1031863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/>
                <a:t>New clock</a:t>
              </a:r>
              <a:r>
                <a:rPr lang="vi-VN"/>
                <a:t> </a:t>
              </a:r>
              <a:r>
                <a:rPr lang="en-US"/>
                <a:t>buffers/inverters/ICGs, clock nets split into sub-nets, cells resized/moved.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46C556C-811C-3B40-4A8C-53B6C20C80A7}"/>
                </a:ext>
              </a:extLst>
            </p:cNvPr>
            <p:cNvSpPr/>
            <p:nvPr/>
          </p:nvSpPr>
          <p:spPr>
            <a:xfrm>
              <a:off x="6561666" y="2309514"/>
              <a:ext cx="5020734" cy="52741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Std cells placed, plus new buffers/cells from pre-CTS optimization (resizing, buffering).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B475139-E7C2-322B-CFA4-5702CC6ACCF3}"/>
                </a:ext>
              </a:extLst>
            </p:cNvPr>
            <p:cNvSpPr/>
            <p:nvPr/>
          </p:nvSpPr>
          <p:spPr>
            <a:xfrm>
              <a:off x="6561666" y="4286125"/>
              <a:ext cx="3530600" cy="633007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Hold buffers, sizing/moves from optDesign -postCTS.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0503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36ECADD-3141-48D8-7946-A80D79F4094A}"/>
              </a:ext>
            </a:extLst>
          </p:cNvPr>
          <p:cNvGrpSpPr/>
          <p:nvPr/>
        </p:nvGrpSpPr>
        <p:grpSpPr>
          <a:xfrm>
            <a:off x="2302488" y="533400"/>
            <a:ext cx="7528907" cy="6044597"/>
            <a:chOff x="2302488" y="533400"/>
            <a:chExt cx="7528907" cy="604459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9C55485-56AE-F634-92DE-DBA6B6F06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02488" y="533400"/>
              <a:ext cx="7528907" cy="5998029"/>
            </a:xfrm>
            <a:prstGeom prst="rect">
              <a:avLst/>
            </a:prstGeom>
          </p:spPr>
        </p:pic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8FFF4A1-6ACA-79BB-311A-E11DE4E964AF}"/>
                </a:ext>
              </a:extLst>
            </p:cNvPr>
            <p:cNvSpPr/>
            <p:nvPr/>
          </p:nvSpPr>
          <p:spPr>
            <a:xfrm>
              <a:off x="2396067" y="939800"/>
              <a:ext cx="4275666" cy="550333"/>
            </a:xfrm>
            <a:prstGeom prst="round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EC99526-0B71-25D5-E8AD-A4FC1EE33D59}"/>
                </a:ext>
              </a:extLst>
            </p:cNvPr>
            <p:cNvSpPr/>
            <p:nvPr/>
          </p:nvSpPr>
          <p:spPr>
            <a:xfrm>
              <a:off x="2396067" y="1583269"/>
              <a:ext cx="5156200" cy="389464"/>
            </a:xfrm>
            <a:prstGeom prst="round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1FB7F2C-F429-F584-DBA4-E49EFFA85577}"/>
                </a:ext>
              </a:extLst>
            </p:cNvPr>
            <p:cNvSpPr/>
            <p:nvPr/>
          </p:nvSpPr>
          <p:spPr>
            <a:xfrm>
              <a:off x="2396067" y="2065869"/>
              <a:ext cx="4275666" cy="474133"/>
            </a:xfrm>
            <a:prstGeom prst="round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F5C0983-BE10-EFC1-7129-1759DCB671D5}"/>
                </a:ext>
              </a:extLst>
            </p:cNvPr>
            <p:cNvSpPr/>
            <p:nvPr/>
          </p:nvSpPr>
          <p:spPr>
            <a:xfrm>
              <a:off x="2396067" y="2660347"/>
              <a:ext cx="4275666" cy="1361320"/>
            </a:xfrm>
            <a:prstGeom prst="round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01E9BF7-4B5D-9EDA-9D54-BD40FD333E94}"/>
                </a:ext>
              </a:extLst>
            </p:cNvPr>
            <p:cNvSpPr/>
            <p:nvPr/>
          </p:nvSpPr>
          <p:spPr>
            <a:xfrm>
              <a:off x="2360605" y="4142012"/>
              <a:ext cx="4275666" cy="1132719"/>
            </a:xfrm>
            <a:prstGeom prst="round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AB0BF7F-AFB0-EDF8-B321-263D156FCBD0}"/>
                </a:ext>
              </a:extLst>
            </p:cNvPr>
            <p:cNvSpPr/>
            <p:nvPr/>
          </p:nvSpPr>
          <p:spPr>
            <a:xfrm>
              <a:off x="2396067" y="5395076"/>
              <a:ext cx="7435328" cy="550333"/>
            </a:xfrm>
            <a:prstGeom prst="round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119C53D-E451-56E4-FD56-7438E74361FA}"/>
                </a:ext>
              </a:extLst>
            </p:cNvPr>
            <p:cNvSpPr/>
            <p:nvPr/>
          </p:nvSpPr>
          <p:spPr>
            <a:xfrm>
              <a:off x="2360605" y="6027664"/>
              <a:ext cx="5377928" cy="550333"/>
            </a:xfrm>
            <a:prstGeom prst="round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20215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D5CEE5-E159-C429-F078-67529C233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194" y="857250"/>
            <a:ext cx="77441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98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968</Words>
  <Application>Microsoft Office PowerPoint</Application>
  <PresentationFormat>Widescreen</PresentationFormat>
  <Paragraphs>213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(Body)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Kiều Trịnh</dc:creator>
  <cp:lastModifiedBy>Kiều Trịnh</cp:lastModifiedBy>
  <cp:revision>1</cp:revision>
  <dcterms:created xsi:type="dcterms:W3CDTF">2026-10-09T00:18:19Z</dcterms:created>
  <dcterms:modified xsi:type="dcterms:W3CDTF">2026-10-11T15:07:50Z</dcterms:modified>
</cp:coreProperties>
</file>